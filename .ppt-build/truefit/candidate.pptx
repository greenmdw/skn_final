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fe0d31934244c1a" /><Relationship Type="http://schemas.openxmlformats.org/officeDocument/2006/relationships/extended-properties" Target="/docProps/app.xml" Id="Re547a4c539694c25" /><Relationship Type="http://schemas.openxmlformats.org/officeDocument/2006/relationships/officeDocument" Target="/ppt/presentation.xml" Id="R65bf9a5eb38140a2" /></Relationships>
</file>

<file path=ppt/presentation.xml><?xml version="1.0" encoding="utf-8"?>
<p:presentation xmlns:p="http://schemas.openxmlformats.org/presentationml/2006/main">
  <p:sldMasterIdLst>
    <p:sldMasterId xmlns:r="http://schemas.openxmlformats.org/officeDocument/2006/relationships" id="2147483648" r:id="R232ff8fa07374b03"/>
  </p:sldMasterIdLst>
  <p:notesMasterIdLst>
    <p:notesMasterId xmlns:r="http://schemas.openxmlformats.org/officeDocument/2006/relationships" r:id="Ra77fefa2c5824134"/>
  </p:notesMasterIdLst>
  <p:sldIdLst>
    <p:sldId xmlns:r="http://schemas.openxmlformats.org/officeDocument/2006/relationships" id="256" r:id="R578f2d49b03f4465"/>
    <p:sldId xmlns:r="http://schemas.openxmlformats.org/officeDocument/2006/relationships" id="257" r:id="R45146125349b4440"/>
    <p:sldId xmlns:r="http://schemas.openxmlformats.org/officeDocument/2006/relationships" id="258" r:id="Re08d81a232064852"/>
    <p:sldId xmlns:r="http://schemas.openxmlformats.org/officeDocument/2006/relationships" id="259" r:id="Raf8d4b3ee7a04e77"/>
    <p:sldId xmlns:r="http://schemas.openxmlformats.org/officeDocument/2006/relationships" id="260" r:id="R998c802cfce94676"/>
    <p:sldId xmlns:r="http://schemas.openxmlformats.org/officeDocument/2006/relationships" id="261" r:id="R980ef62803c14fd0"/>
    <p:sldId xmlns:r="http://schemas.openxmlformats.org/officeDocument/2006/relationships" id="262" r:id="Rea9e9f8f1ca24d47"/>
    <p:sldId xmlns:r="http://schemas.openxmlformats.org/officeDocument/2006/relationships" id="263" r:id="Raa74daa05ec7407e"/>
    <p:sldId xmlns:r="http://schemas.openxmlformats.org/officeDocument/2006/relationships" id="264" r:id="Rf10ee0a0567148a6"/>
    <p:sldId xmlns:r="http://schemas.openxmlformats.org/officeDocument/2006/relationships" id="265" r:id="R4dd30d6563064466"/>
    <p:sldId xmlns:r="http://schemas.openxmlformats.org/officeDocument/2006/relationships" id="266" r:id="R72b51882674c46d7"/>
    <p:sldId xmlns:r="http://schemas.openxmlformats.org/officeDocument/2006/relationships" id="267" r:id="R3d4014cfe5b94c8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c9f45c2fdac4d81" /><Relationship Type="http://schemas.openxmlformats.org/officeDocument/2006/relationships/slideMaster" Target="/ppt/slideMasters/slideMaster1.xml" Id="R232ff8fa07374b03" /><Relationship Type="http://schemas.openxmlformats.org/officeDocument/2006/relationships/notesMaster" Target="/ppt/notesMasters/notesMaster1.xml" Id="Ra77fefa2c5824134" /><Relationship Type="http://schemas.openxmlformats.org/officeDocument/2006/relationships/presProps" Target="/ppt/presProps.xml" Id="Rf679623a0469461e" /><Relationship Type="http://schemas.openxmlformats.org/officeDocument/2006/relationships/tableStyles" Target="/ppt/tableStyles.xml" Id="R19ad599dc1314b70" /><Relationship Type="http://schemas.openxmlformats.org/officeDocument/2006/relationships/slide" Target="/ppt/slides/slide1.xml" Id="R578f2d49b03f4465" /><Relationship Type="http://schemas.openxmlformats.org/officeDocument/2006/relationships/slide" Target="/ppt/slides/slide2.xml" Id="R45146125349b4440" /><Relationship Type="http://schemas.openxmlformats.org/officeDocument/2006/relationships/slide" Target="/ppt/slides/slide3.xml" Id="Re08d81a232064852" /><Relationship Type="http://schemas.openxmlformats.org/officeDocument/2006/relationships/slide" Target="/ppt/slides/slide4.xml" Id="Raf8d4b3ee7a04e77" /><Relationship Type="http://schemas.openxmlformats.org/officeDocument/2006/relationships/slide" Target="/ppt/slides/slide5.xml" Id="R998c802cfce94676" /><Relationship Type="http://schemas.openxmlformats.org/officeDocument/2006/relationships/slide" Target="/ppt/slides/slide6.xml" Id="R980ef62803c14fd0" /><Relationship Type="http://schemas.openxmlformats.org/officeDocument/2006/relationships/slide" Target="/ppt/slides/slide7.xml" Id="Rea9e9f8f1ca24d47" /><Relationship Type="http://schemas.openxmlformats.org/officeDocument/2006/relationships/slide" Target="/ppt/slides/slide8.xml" Id="Raa74daa05ec7407e" /><Relationship Type="http://schemas.openxmlformats.org/officeDocument/2006/relationships/slide" Target="/ppt/slides/slide9.xml" Id="Rf10ee0a0567148a6" /><Relationship Type="http://schemas.openxmlformats.org/officeDocument/2006/relationships/slide" Target="/ppt/slides/slide10.xml" Id="R4dd30d6563064466" /><Relationship Type="http://schemas.openxmlformats.org/officeDocument/2006/relationships/slide" Target="/ppt/slides/slide11.xml" Id="R72b51882674c46d7" /><Relationship Type="http://schemas.openxmlformats.org/officeDocument/2006/relationships/slide" Target="/ppt/slides/slide12.xml" Id="R3d4014cfe5b94c8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1a8c69cfa0c4b3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090c25893474712" /><Relationship Type="http://schemas.openxmlformats.org/officeDocument/2006/relationships/notesMaster" Target="/ppt/notesMasters/notesMaster1.xml" Id="Re5c4ec69260b422f" /></Relationships>
</file>

<file path=ppt/notesSlides/_rels/notesSlide2.xml.rels>&#65279;<?xml version="1.0" encoding="utf-8"?><Relationships xmlns="http://schemas.openxmlformats.org/package/2006/relationships"><Relationship Type="http://schemas.openxmlformats.org/officeDocument/2006/relationships/slide" Target="/ppt/slides/slide2.xml" Id="Rf4b9a1cf64704c41" /><Relationship Type="http://schemas.openxmlformats.org/officeDocument/2006/relationships/notesMaster" Target="/ppt/notesMasters/notesMaster1.xml" Id="R11adf982d6d342e1" /></Relationships>
</file>

<file path=ppt/notesSlides/_rels/notesSlide3.xml.rels>&#65279;<?xml version="1.0" encoding="utf-8"?><Relationships xmlns="http://schemas.openxmlformats.org/package/2006/relationships"><Relationship Type="http://schemas.openxmlformats.org/officeDocument/2006/relationships/slide" Target="/ppt/slides/slide3.xml" Id="Re196cf2037514792" /><Relationship Type="http://schemas.openxmlformats.org/officeDocument/2006/relationships/notesMaster" Target="/ppt/notesMasters/notesMaster1.xml" Id="Rf5f1ad5d5fef41c9" /></Relationships>
</file>

<file path=ppt/notesSlides/_rels/notesSlide4.xml.rels>&#65279;<?xml version="1.0" encoding="utf-8"?><Relationships xmlns="http://schemas.openxmlformats.org/package/2006/relationships"><Relationship Type="http://schemas.openxmlformats.org/officeDocument/2006/relationships/slide" Target="/ppt/slides/slide4.xml" Id="Ra6234b1b7c20450b" /><Relationship Type="http://schemas.openxmlformats.org/officeDocument/2006/relationships/notesMaster" Target="/ppt/notesMasters/notesMaster1.xml" Id="R4220a463358f4291" /></Relationships>
</file>

<file path=ppt/notesSlides/_rels/notesSlide5.xml.rels>&#65279;<?xml version="1.0" encoding="utf-8"?><Relationships xmlns="http://schemas.openxmlformats.org/package/2006/relationships"><Relationship Type="http://schemas.openxmlformats.org/officeDocument/2006/relationships/slide" Target="/ppt/slides/slide5.xml" Id="R3b7b577dc9be4c68" /><Relationship Type="http://schemas.openxmlformats.org/officeDocument/2006/relationships/notesMaster" Target="/ppt/notesMasters/notesMaster1.xml" Id="R4b51cc472d6c47db" /></Relationships>
</file>

<file path=ppt/notesSlides/_rels/notesSlide6.xml.rels>&#65279;<?xml version="1.0" encoding="utf-8"?><Relationships xmlns="http://schemas.openxmlformats.org/package/2006/relationships"><Relationship Type="http://schemas.openxmlformats.org/officeDocument/2006/relationships/slide" Target="/ppt/slides/slide6.xml" Id="R3365f0ce77b64e22" /><Relationship Type="http://schemas.openxmlformats.org/officeDocument/2006/relationships/notesMaster" Target="/ppt/notesMasters/notesMaster1.xml" Id="Rcb5d5575ef6847b5" /></Relationships>
</file>

<file path=ppt/notesSlides/_rels/notesSlide7.xml.rels>&#65279;<?xml version="1.0" encoding="utf-8"?><Relationships xmlns="http://schemas.openxmlformats.org/package/2006/relationships"><Relationship Type="http://schemas.openxmlformats.org/officeDocument/2006/relationships/slide" Target="/ppt/slides/slide7.xml" Id="R320d3b7dc64a40cd" /><Relationship Type="http://schemas.openxmlformats.org/officeDocument/2006/relationships/notesMaster" Target="/ppt/notesMasters/notesMaster1.xml" Id="R38e5f741ed1944b5" /></Relationships>
</file>

<file path=ppt/notesSlides/_rels/notesSlide8.xml.rels>&#65279;<?xml version="1.0" encoding="utf-8"?><Relationships xmlns="http://schemas.openxmlformats.org/package/2006/relationships"><Relationship Type="http://schemas.openxmlformats.org/officeDocument/2006/relationships/slide" Target="/ppt/slides/slide8.xml" Id="Rb34cf559ac2b4577" /><Relationship Type="http://schemas.openxmlformats.org/officeDocument/2006/relationships/notesMaster" Target="/ppt/notesMasters/notesMaster1.xml" Id="R24f2284cdcd345ac" /></Relationships>
</file>

<file path=ppt/notesSlides/_rels/notesSlide9.xml.rels>&#65279;<?xml version="1.0" encoding="utf-8"?><Relationships xmlns="http://schemas.openxmlformats.org/package/2006/relationships"><Relationship Type="http://schemas.openxmlformats.org/officeDocument/2006/relationships/slide" Target="/ppt/slides/slide9.xml" Id="R06fabfacc4004d0a" /><Relationship Type="http://schemas.openxmlformats.org/officeDocument/2006/relationships/notesMaster" Target="/ppt/notesMasters/notesMaster1.xml" Id="R21e8cdfccdda463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f06bfd302d64a9d" /><Relationship Type="http://schemas.openxmlformats.org/officeDocument/2006/relationships/notesMaster" Target="/ppt/notesMasters/notesMaster1.xml" Id="Rf0c51b7480cc4bf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9ac909ef8f9424b" /><Relationship Type="http://schemas.openxmlformats.org/officeDocument/2006/relationships/notesMaster" Target="/ppt/notesMasters/notesMaster1.xml" Id="R9dc97b1d21c747d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df96e085e2249cd" /><Relationship Type="http://schemas.openxmlformats.org/officeDocument/2006/relationships/notesMaster" Target="/ppt/notesMasters/notesMaster1.xml" Id="R3830553af2da44b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안녕하세요. TrueFit은 PC를 잘 모르는 사용자도 자신의 목적과 예산에 맞는 제품을 고를 수 있도록 돕는 구매설계 플랫폼입니다. 가격과 사양에 실제 리뷰에 담긴 소음과 사용감까지 더해 추천합니다. 새 PC 구성과 외부 견적 점검, 주변기기 추천을 연결하고, 구매 후에는 제품별 사용 경험을 축적하는 서비스를 목표로 합니다.</a:t>
            </a:r>
          </a:p>
          <a:p xmlns:a="http://schemas.openxmlformats.org/drawingml/2006/main">
            <a:r>
              <a:t/>
            </a:r>
          </a:p>
          <a:p xmlns:a="http://schemas.openxmlformats.org/drawingml/2006/main">
            <a:r>
              <a:t>자료 및 상태: 사용자 제공 목업: C:/Users/green/Downloads/TrueFit Prototype v2.html. 화면의 가격·리뷰 수·제품 설명은 시연용 예시이며 실제 운영 성과가 아님.</a:t>
            </a:r>
          </a:p>
          <a:p xmlns:a="http://schemas.openxmlformats.org/drawingml/2006/main">
            <a:r>
              <a:t>표지 이미지: 프로젝트 자산 web/public/assets/truefit-hero.png. 연출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PC 구매자는 두 가지 문제를 동시에 해결해야 합니다. 먼저 부품이 서로 맞고 예산 안에서 필요한 성능을 내는지 확인해야 합니다. 동시에 같은 사양의 제품 중 무엇이 더 조용한지, 어떤 마우스가 손에 편한지도 판단해야 합니다. 저희가 해결하려는 문제는 이렇게 흩어진 정보를 사용자 목적에 맞춰 다시 조합해야 하는 부담입니다. 이 문제의 크기는 초기 사용자 인터뷰와 사용성 테스트로 검증할 계획입니다.</a:t>
            </a:r>
          </a:p>
          <a:p xmlns:a="http://schemas.openxmlformats.org/drawingml/2006/main">
            <a:r>
              <a:t/>
            </a:r>
          </a:p>
          <a:p xmlns:a="http://schemas.openxmlformats.org/drawingml/2006/main">
            <a:r>
              <a:t>자료 및 상태: 사용자 제공 목업: C:/Users/green/Downloads/TrueFit Prototype v2.html. 화면의 가격·리뷰 수·제품 설명은 시연용 예시이며 실제 운영 성과가 아님.</a:t>
            </a:r>
          </a:p>
          <a:p xmlns:a="http://schemas.openxmlformats.org/drawingml/2006/main">
            <a:r>
              <a:t>문제 정의는 사업 가설이며 정량 조사 결과를 주장하지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초기 고객은 구매 목적은 분명하지만 제품 선택의 기준이 필요한 사용자입니다. 예를 들어 150만 원으로 조용한 게임용 PC를 원한다고 말할 수는 있지만, 어떤 부품을 골라야 하는지는 모르는 고객입니다. 주변기기에서도 작은 손에 맞는 마우스처럼 원하는 경험은 표현할 수 있습니다. TrueFit은 이 표현을 구매 조건으로 바꾸고, 추천 제품과 선택 근거를 연결합니다.</a:t>
            </a:r>
          </a:p>
          <a:p xmlns:a="http://schemas.openxmlformats.org/drawingml/2006/main">
            <a:r>
              <a:t/>
            </a:r>
          </a:p>
          <a:p xmlns:a="http://schemas.openxmlformats.org/drawingml/2006/main">
            <a:r>
              <a:t>자료 및 상태: 사용자 제공 목업: C:/Users/green/Downloads/TrueFit Prototype v2.html. 화면의 가격·리뷰 수·제품 설명은 시연용 예시이며 실제 운영 성과가 아님.</a:t>
            </a:r>
          </a:p>
          <a:p xmlns:a="http://schemas.openxmlformats.org/drawingml/2006/main">
            <a:r>
              <a:t>대표 고객은 기획 시나리오.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TrueFit에는 세 가지 진입점이 있습니다. 새 PC를 처음부터 구성하거나, 다른 곳에서 받은 견적을 점검하거나, 필요한 주변기기만 고를 수 있습니다. 사용자가 어느 경로로 시작하든 선택한 제품은 통합 장바구니와 구매 리포트로 이어집니다. 리포트에는 판매처 링크와 구성에 맞는 조립 가이드를 담고, 저장한 견적과 대화는 다시 열어 활용하도록 설계했습니다.</a:t>
            </a:r>
          </a:p>
          <a:p xmlns:a="http://schemas.openxmlformats.org/drawingml/2006/main">
            <a:r>
              <a:t/>
            </a:r>
          </a:p>
          <a:p xmlns:a="http://schemas.openxmlformats.org/drawingml/2006/main">
            <a:r>
              <a:t>자료 및 상태: 사용자 제공 목업: C:/Users/green/Downloads/TrueFit Prototype v2.html. 화면의 가격·리뷰 수·제품 설명은 시연용 예시이며 실제 운영 성과가 아님.</a:t>
            </a:r>
          </a:p>
          <a:p xmlns:a="http://schemas.openxmlformats.org/drawingml/2006/main">
            <a:r>
              <a:t>전체 서비스 설계 범위. 현재 구현 상태는 11장 참조.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사용자는 전문 용어를 몰라도 원하는 조건을 말할 수 있습니다. TrueFit은 대화에서 조건을 정리하고, 추천 결과에서 각 부품을 선택한 이유와 확인이 필요한 항목을 제시합니다. 화면은 목업 예시입니다. 사용자는 더 저렴한 제품을 찾거나 특정 부품을 교체하며 구성을 완성할 수 있습니다. 이후에는 리포트와 조립 가이드를 활용하고, 실제 사용한 제품의 리뷰를 남기는 과정으로 연결할 계획입니다.</a:t>
            </a:r>
          </a:p>
          <a:p xmlns:a="http://schemas.openxmlformats.org/drawingml/2006/main">
            <a:r>
              <a:t/>
            </a:r>
          </a:p>
          <a:p xmlns:a="http://schemas.openxmlformats.org/drawingml/2006/main">
            <a:r>
              <a:t>자료 및 상태: 사용자 제공 목업: C:/Users/green/Downloads/TrueFit Prototype v2.html. 화면의 가격·리뷰 수·제품 설명은 시연용 예시이며 실제 운영 성과가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추천은 사양과 리뷰를 함께 사용하도록 설계했습니다. 먼저 가격과 규격처럼 반드시 충족해야 하는 조건으로 후보를 좁힙니다. 이후 리뷰에서 소음과 타건감처럼 체감에 관련된 경험을 찾습니다. 화면은 이러한 추천 방식을 표현한 목업이며 리뷰 수치는 시연용 예시입니다. 리뷰의 눈이 편하다는 평가는 주관적 경험으로 다루며 효과를 보장하지 않습니다. 자료가 부족한 경우에는 그 한계도 함께 알립니다.</a:t>
            </a:r>
          </a:p>
          <a:p xmlns:a="http://schemas.openxmlformats.org/drawingml/2006/main">
            <a:r>
              <a:t/>
            </a:r>
          </a:p>
          <a:p xmlns:a="http://schemas.openxmlformats.org/drawingml/2006/main">
            <a:r>
              <a:t>자료 및 상태: 사용자 제공 목업: C:/Users/green/Downloads/TrueFit Prototype v2.html. 화면의 가격·리뷰 수·제품 설명은 시연용 예시이며 실제 운영 성과가 아님.</a:t>
            </a:r>
          </a:p>
          <a:p xmlns:a="http://schemas.openxmlformats.org/drawingml/2006/main">
            <a:r>
              <a:t>추천 설계: 규칙 기반 필터와 리뷰 근거 활용. 성능 개선 효과는 향후 검증 대상.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자체 리뷰는 TrueFit의 장기적인 자산입니다. 제품 모델뿐 아니라 어떤 목적으로, 얼마나 오래, 어떤 환경에서 사용했는지 함께 수집할 계획입니다. 구매 확인 리뷰와 일반 리뷰를 구분하고 중복이나 비정상적인 집중도 살펴보겠습니다. 핵심은 리뷰 수 자체보다 사용 맥락과 연결된 정보입니다. 초기에는 사용 권한을 확보한 자료와 검수된 근거를 활용하고 자체 리뷰를 늘려 가겠습니다. 추천 품질이 실제로 개선되는지는 사용자 실험으로 확인하겠습니다.</a:t>
            </a:r>
          </a:p>
          <a:p xmlns:a="http://schemas.openxmlformats.org/drawingml/2006/main">
            <a:r>
              <a:t/>
            </a:r>
          </a:p>
          <a:p xmlns:a="http://schemas.openxmlformats.org/drawingml/2006/main">
            <a:r>
              <a:t>자료 및 상태: 사용자 제공 목업: C:/Users/green/Downloads/TrueFit Prototype v2.html. 화면의 가격·리뷰 수·제품 설명은 시연용 예시이며 실제 운영 성과가 아님.</a:t>
            </a:r>
          </a:p>
          <a:p xmlns:a="http://schemas.openxmlformats.org/drawingml/2006/main">
            <a:r>
              <a:t>사용자 추가 요구사항: 자체 제품 리뷰 수집 및 비정형 경험 데이터 기반 추천. 신규 개발 계획.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소비자는 가격 비교와 커뮤니티, AI를 목적에 따라 함께 사용합니다. TrueFit의 전략은 이러한 정보 탐색을 사용자 조건에 맞는 하나의 구매 과정으로 연결하는 것입니다. 차별화의 중심에는 정확한 제품 모델과 사용 목적에 연결한 자체 리뷰가 있습니다. 다만 리뷰를 보유하는 것만으로 경쟁력이 보장되지는 않습니다. 조건별 데이터 범위와 근거 품질을 높여 실제로 더 적합한 선택을 돕는지 검증하겠습니다.</a:t>
            </a:r>
          </a:p>
          <a:p xmlns:a="http://schemas.openxmlformats.org/drawingml/2006/main">
            <a:r>
              <a:t/>
            </a:r>
          </a:p>
          <a:p xmlns:a="http://schemas.openxmlformats.org/drawingml/2006/main">
            <a:r>
              <a:t>자료 및 상태: 사용자 제공 목업: C:/Users/green/Downloads/TrueFit Prototype v2.html. 화면의 가격·리뷰 수·제품 설명은 시연용 예시이며 실제 운영 성과가 아님.</a:t>
            </a:r>
          </a:p>
          <a:p xmlns:a="http://schemas.openxmlformats.org/drawingml/2006/main">
            <a:r>
              <a:t>비교표는 사업 포지셔닝 설명. 개별 경쟁 서비스의 현행 기능 조사표가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소비자에게는 기본 구매설계를 무료로 제공하고, 판매처에서 실제 구매가 확인됐을 때 제휴 수수료를 받는 모델을 우선 검증하겠습니다. 다음 단계에서는 판매점에 추천 위젯과 견적 검증 API를 제공합니다. 리뷰가 충분히 쌓이면 사용 목적별 선호와 반복 불만을 집계한 분석 서비스도 검토할 수 있습니다. 원문이나 개인 정보 판매를 전제로 하지 않습니다. 현재 제휴 매출은 검증 전 가설이며, 구매 추적과 환불 반영, 데이터 비용을 포함해 수익성을 확인할 계획입니다.</a:t>
            </a:r>
          </a:p>
          <a:p xmlns:a="http://schemas.openxmlformats.org/drawingml/2006/main">
            <a:r>
              <a:t/>
            </a:r>
          </a:p>
          <a:p xmlns:a="http://schemas.openxmlformats.org/drawingml/2006/main">
            <a:r>
              <a:t>자료 및 상태: 사용자 제공 목업: C:/Users/green/Downloads/TrueFit Prototype v2.html. 화면의 가격·리뷰 수·제품 설명은 시연용 예시이며 실제 운영 성과가 아님.</a:t>
            </a:r>
          </a:p>
          <a:p xmlns:a="http://schemas.openxmlformats.org/drawingml/2006/main">
            <a:r>
              <a:t>수익 구조 및 정책은 기획안. 제휴 계약·매출 실적 없음으로 취급.</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초기에는 국내 조립 PC와 주변기기를 함께 다루되, 외부 견적 무료 점검을 사용자 확보의 첫 접점으로 삼겠습니다. 커뮤니티와 크리에이터 협업으로 구매 상황이 분명한 사용자를 만나고, 판매점과는 소규모 파일럿을 제안할 계획입니다. 견적 완성과 판매처 이동, 실제 구매 확인까지 이어지는 비율을 측정하고 구매 후 리뷰 작성도 확인하겠습니다. 사용자 확보 비용과 건당 제휴 수익, 추천 운영 비용을 함께 비교해 사업성을 판단하겠습니다.</a:t>
            </a:r>
          </a:p>
          <a:p xmlns:a="http://schemas.openxmlformats.org/drawingml/2006/main">
            <a:r>
              <a:t/>
            </a:r>
          </a:p>
          <a:p xmlns:a="http://schemas.openxmlformats.org/drawingml/2006/main">
            <a:r>
              <a:t>자료 및 상태: 사용자 제공 목업: C:/Users/green/Downloads/TrueFit Prototype v2.html. 화면의 가격·리뷰 수·제품 설명은 시연용 예시이며 실제 운영 성과가 아님.</a:t>
            </a:r>
          </a:p>
          <a:p xmlns:a="http://schemas.openxmlformats.org/drawingml/2006/main">
            <a:r>
              <a:t>채널·지표는 검증 계획이며 실제 확보 고객이나 제휴 실적이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코드에는 조건 대화, PC 추천, 부품 교체, 호환 검사, 장바구니와 저장 리포트가 있습니다. 목업으로 정의한 전체 서비스와 현재 구현 범위를 구분해 보여드리고 있습니다. 앞으로 3개월은 외부 견적과 주변기기 서비스 연결을 우선하고, 6개월까지 제품별 리뷰 수집 구조를 구축하는 계획입니다. 이후 리뷰를 추천에 반영하고 사용자 평가와 판매점 파일럿으로 효과를 검증하겠습니다. 이는 제안 일정으로 데이터 확보와 검증 결과에 따라 조정할 수 있습니다.</a:t>
            </a:r>
          </a:p>
          <a:p xmlns:a="http://schemas.openxmlformats.org/drawingml/2006/main">
            <a:r>
              <a:t/>
            </a:r>
          </a:p>
          <a:p xmlns:a="http://schemas.openxmlformats.org/drawingml/2006/main">
            <a:r>
              <a:t>자료 및 상태: 사용자 제공 목업: C:/Users/green/Downloads/TrueFit Prototype v2.html. 화면의 가격·리뷰 수·제품 설명은 시연용 예시이며 실제 운영 성과가 아님.</a:t>
            </a:r>
          </a:p>
          <a:p xmlns:a="http://schemas.openxmlformats.org/drawingml/2006/main">
            <a:r>
              <a:t>프로젝트 README.md, web/src/pages 및 src 추천 관련 코드의 이전 대화 내 확인. 이번 PPT 작업에서 실행 테스트를 수행한 것은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저희는 추천 엔진과 데이터베이스, 사용자 화면을 갖춘 프로젝트를 바탕으로 다음 검증 단계에 들어가고자 합니다. 지원금은 상품과 가격 데이터 정비, 자체 리뷰 수집 시스템, 사용자와 판매점 실증에 우선 사용하겠습니다. 핵심 목표는 사용자가 자신의 목적에 맞는 제품을 선택하도록 돕는 것입니다. 구매 전에 선택의 근거를 제공하고, 구매 후에는 사용 경험을 축적해 다음 사용자의 추천을 개선하겠습니다. 감사합니다.</a:t>
            </a:r>
          </a:p>
          <a:p xmlns:a="http://schemas.openxmlformats.org/drawingml/2006/main">
            <a:r>
              <a:t/>
            </a:r>
          </a:p>
          <a:p xmlns:a="http://schemas.openxmlformats.org/drawingml/2006/main">
            <a:r>
              <a:t>자료 및 상태: 사용자 제공 목업: C:/Users/green/Downloads/TrueFit Prototype v2.html. 화면의 가격·리뷰 수·제품 설명은 시연용 예시이며 실제 운영 성과가 아님.</a:t>
            </a:r>
          </a:p>
          <a:p xmlns:a="http://schemas.openxmlformats.org/drawingml/2006/main">
            <a:r>
              <a:t>팀원 성명·경력·역할 배분은 제공되지 않아 기재하지 않음. 지원금 세부 금액은 확정 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768b17a74ae490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baf60b460b84599" /><Relationship Type="http://schemas.openxmlformats.org/officeDocument/2006/relationships/slideLayout" Target="/ppt/slideLayouts/slideLayout1.xml" Id="R18515c5009d0404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8515c5009d0404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6b06575e7464c1e" /><Relationship Type="http://schemas.openxmlformats.org/officeDocument/2006/relationships/image" Target="/ppt/media/image.png" Id="Rf416e05bf7f14b39" /><Relationship Type="http://schemas.openxmlformats.org/officeDocument/2006/relationships/notesSlide" Target="/ppt/notesSlides/notesSlide1.xml" Id="Re027f5c4a2c0420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336a6215ba84d06" /><Relationship Type="http://schemas.openxmlformats.org/officeDocument/2006/relationships/notesSlide" Target="/ppt/notesSlides/notesSlide2.xml" Id="R7f751c6f55fa461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eab96aff6334e7c" /><Relationship Type="http://schemas.openxmlformats.org/officeDocument/2006/relationships/notesSlide" Target="/ppt/notesSlides/notesSlide3.xml" Id="R231a7193d85f496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48f9fc7603c48fa" /><Relationship Type="http://schemas.openxmlformats.org/officeDocument/2006/relationships/notesSlide" Target="/ppt/notesSlides/notesSlide4.xml" Id="R50aabf75c6b8417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8be62e92fce4597" /><Relationship Type="http://schemas.openxmlformats.org/officeDocument/2006/relationships/image" Target="/ppt/media/image.jpeg" Id="Rc0f9aedf0e004a53" /><Relationship Type="http://schemas.openxmlformats.org/officeDocument/2006/relationships/notesSlide" Target="/ppt/notesSlides/notesSlide5.xml" Id="R49a195db9a8e419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db019308a6c492b" /><Relationship Type="http://schemas.openxmlformats.org/officeDocument/2006/relationships/image" Target="/ppt/media/image2.jpeg" Id="Ref41078d1cd84a64" /><Relationship Type="http://schemas.openxmlformats.org/officeDocument/2006/relationships/notesSlide" Target="/ppt/notesSlides/notesSlide6.xml" Id="R4c478c4ac53c449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c749396bb594370" /><Relationship Type="http://schemas.openxmlformats.org/officeDocument/2006/relationships/notesSlide" Target="/ppt/notesSlides/notesSlide7.xml" Id="Rf9e59dfcd6e54c7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bbecf8f05a24efd" /><Relationship Type="http://schemas.openxmlformats.org/officeDocument/2006/relationships/notesSlide" Target="/ppt/notesSlides/notesSlide8.xml" Id="Rbb6bb8b68bc2496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7359215d5d74692" /><Relationship Type="http://schemas.openxmlformats.org/officeDocument/2006/relationships/notesSlide" Target="/ppt/notesSlides/notesSlide9.xml" Id="Rb7fc05881174412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49c671e78804db5" /><Relationship Type="http://schemas.openxmlformats.org/officeDocument/2006/relationships/notesSlide" Target="/ppt/notesSlides/notesSlide10.xml" Id="R3c2d9a8b214e4a9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5741081612045ca" /><Relationship Type="http://schemas.openxmlformats.org/officeDocument/2006/relationships/notesSlide" Target="/ppt/notesSlides/notesSlide11.xml" Id="R7233972936b542a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814eaf9eb124672" /><Relationship Type="http://schemas.openxmlformats.org/officeDocument/2006/relationships/notesSlide" Target="/ppt/notesSlides/notesSlide12.xml" Id="R5f3ac2b38c27473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416e05bf7f14b39"/>
          <a:stretch xmlns:a="http://schemas.openxmlformats.org/drawingml/2006/main"/>
        </p:blipFill>
        <p:spPr>
          <a:xfrm xmlns:a="http://schemas.openxmlformats.org/drawingml/2006/main">
            <a:off x="5286375" y="1485760"/>
            <a:ext cx="6905625" cy="3886479"/>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91625713-0547-4B65-969B-2EAA8373C811}"/>
              </a:ext>
            </a:extLst>
          </p:cNvPr>
          <p:cNvSpPr>
            <a:spLocks xmlns:a="http://schemas.openxmlformats.org/drawingml/2006/main" noGrp="1"/>
          </p:cNvSpPr>
          <p:nvPr/>
        </p:nvSpPr>
        <p:spPr>
          <a:xfrm xmlns:a="http://schemas.openxmlformats.org/drawingml/2006/main">
            <a:off x="609600" y="1543050"/>
            <a:ext cx="4667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800" b="1">
                <a:solidFill>
                  <a:srgbClr val="171B24"/>
                </a:solidFill>
                <a:latin typeface="Malgun Gothic"/>
                <a:ea typeface="Malgun Gothic"/>
                <a:cs typeface="Malgun Gothic"/>
              </a:defRPr>
            </a:pPr>
            <a:r>
              <a:rPr sz="4800" b="1">
                <a:solidFill>
                  <a:srgbClr val="171B24"/>
                </a:solidFill>
                <a:latin typeface="Malgun Gothic"/>
                <a:ea typeface="Malgun Gothic"/>
                <a:cs typeface="Malgun Gothic"/>
              </a:rPr>
              <a:t>TrueFit</a:t>
            </a:r>
          </a:p>
        </p:txBody>
      </p:sp>
      <p:sp>
        <p:nvSpPr>
          <p:cNvPr id="3" name="text-2">
            <a:extLst xmlns:a="http://schemas.openxmlformats.org/drawingml/2006/main">
              <a:ext uri="{FF2B5EF4-FFF2-40B4-BE49-F238E27FC236}">
                <a16:creationId xmlns:a16="http://schemas.microsoft.com/office/drawing/2014/main" id="{108B1A0B-94E9-4342-94B5-6C038577BE6F}"/>
              </a:ext>
            </a:extLst>
          </p:cNvPr>
          <p:cNvSpPr>
            <a:spLocks xmlns:a="http://schemas.openxmlformats.org/drawingml/2006/main" noGrp="1"/>
          </p:cNvSpPr>
          <p:nvPr/>
        </p:nvSpPr>
        <p:spPr>
          <a:xfrm xmlns:a="http://schemas.openxmlformats.org/drawingml/2006/main">
            <a:off x="628650" y="2514600"/>
            <a:ext cx="4381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171B24"/>
                </a:solidFill>
                <a:latin typeface="Malgun Gothic"/>
                <a:ea typeface="Malgun Gothic"/>
                <a:cs typeface="Malgun Gothic"/>
              </a:defRPr>
            </a:pPr>
            <a:r>
              <a:rPr sz="2250" b="1">
                <a:solidFill>
                  <a:srgbClr val="171B24"/>
                </a:solidFill>
                <a:latin typeface="Malgun Gothic"/>
                <a:ea typeface="Malgun Gothic"/>
                <a:cs typeface="Malgun Gothic"/>
              </a:rPr>
              <a:t>사양과 사용 경험을</a:t>
            </a:r>
          </a:p>
          <a:p xmlns:a="http://schemas.openxmlformats.org/drawingml/2006/main">
            <a:pPr>
              <a:defRPr sz="2250" b="1">
                <a:solidFill>
                  <a:srgbClr val="171B24"/>
                </a:solidFill>
                <a:latin typeface="Malgun Gothic"/>
                <a:ea typeface="Malgun Gothic"/>
                <a:cs typeface="Malgun Gothic"/>
              </a:defRPr>
            </a:pPr>
            <a:r>
              <a:rPr sz="2250" b="1">
                <a:solidFill>
                  <a:srgbClr val="171B24"/>
                </a:solidFill>
                <a:latin typeface="Malgun Gothic"/>
                <a:ea typeface="Malgun Gothic"/>
                <a:cs typeface="Malgun Gothic"/>
              </a:rPr>
              <a:t>함께 반영하는</a:t>
            </a:r>
          </a:p>
          <a:p xmlns:a="http://schemas.openxmlformats.org/drawingml/2006/main">
            <a:pPr>
              <a:defRPr sz="2250" b="1">
                <a:solidFill>
                  <a:srgbClr val="171B24"/>
                </a:solidFill>
                <a:latin typeface="Malgun Gothic"/>
                <a:ea typeface="Malgun Gothic"/>
                <a:cs typeface="Malgun Gothic"/>
              </a:defRPr>
            </a:pPr>
            <a:r>
              <a:rPr sz="2250" b="1">
                <a:solidFill>
                  <a:srgbClr val="171B24"/>
                </a:solidFill>
                <a:latin typeface="Malgun Gothic"/>
                <a:ea typeface="Malgun Gothic"/>
                <a:cs typeface="Malgun Gothic"/>
              </a:rPr>
              <a:t>PC 구매설계 플랫폼</a:t>
            </a:r>
          </a:p>
        </p:txBody>
      </p:sp>
      <p:sp>
        <p:nvSpPr>
          <p:cNvPr id="4" name="text-3">
            <a:extLst xmlns:a="http://schemas.openxmlformats.org/drawingml/2006/main">
              <a:ext uri="{FF2B5EF4-FFF2-40B4-BE49-F238E27FC236}">
                <a16:creationId xmlns:a16="http://schemas.microsoft.com/office/drawing/2014/main" id="{EEF0068F-C334-475B-919D-4E9E5EA6CEB2}"/>
              </a:ext>
            </a:extLst>
          </p:cNvPr>
          <p:cNvSpPr>
            <a:spLocks xmlns:a="http://schemas.openxmlformats.org/drawingml/2006/main" noGrp="1"/>
          </p:cNvSpPr>
          <p:nvPr/>
        </p:nvSpPr>
        <p:spPr>
          <a:xfrm xmlns:a="http://schemas.openxmlformats.org/drawingml/2006/main">
            <a:off x="647700" y="3924300"/>
            <a:ext cx="4019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5E6674"/>
                </a:solidFill>
                <a:latin typeface="Malgun Gothic"/>
                <a:ea typeface="Malgun Gothic"/>
                <a:cs typeface="Malgun Gothic"/>
              </a:defRPr>
            </a:pPr>
            <a:r>
              <a:rPr sz="1725" b="0">
                <a:solidFill>
                  <a:srgbClr val="5E6674"/>
                </a:solidFill>
                <a:latin typeface="Malgun Gothic"/>
                <a:ea typeface="Malgun Gothic"/>
                <a:cs typeface="Malgun Gothic"/>
              </a:rPr>
              <a:t>나의 목적에 맞는 구성</a:t>
            </a:r>
          </a:p>
          <a:p xmlns:a="http://schemas.openxmlformats.org/drawingml/2006/main">
            <a:pPr>
              <a:defRPr sz="1725" b="0">
                <a:solidFill>
                  <a:srgbClr val="5E6674"/>
                </a:solidFill>
                <a:latin typeface="Malgun Gothic"/>
                <a:ea typeface="Malgun Gothic"/>
                <a:cs typeface="Malgun Gothic"/>
              </a:defRPr>
            </a:pPr>
            <a:r>
              <a:rPr sz="1725" b="0">
                <a:solidFill>
                  <a:srgbClr val="5E6674"/>
                </a:solidFill>
                <a:latin typeface="Malgun Gothic"/>
                <a:ea typeface="Malgun Gothic"/>
                <a:cs typeface="Malgun Gothic"/>
              </a:rPr>
              <a:t>근거를 확인하는 추천</a:t>
            </a:r>
          </a:p>
          <a:p xmlns:a="http://schemas.openxmlformats.org/drawingml/2006/main">
            <a:pPr>
              <a:defRPr sz="1725" b="0">
                <a:solidFill>
                  <a:srgbClr val="5E6674"/>
                </a:solidFill>
                <a:latin typeface="Malgun Gothic"/>
                <a:ea typeface="Malgun Gothic"/>
                <a:cs typeface="Malgun Gothic"/>
              </a:defRPr>
            </a:pPr>
            <a:r>
              <a:rPr sz="1725" b="0">
                <a:solidFill>
                  <a:srgbClr val="5E6674"/>
                </a:solidFill>
                <a:latin typeface="Malgun Gothic"/>
                <a:ea typeface="Malgun Gothic"/>
                <a:cs typeface="Malgun Gothic"/>
              </a:rPr>
              <a:t>사용 경험이 쌓이는 리뷰</a:t>
            </a:r>
          </a:p>
        </p:txBody>
      </p:sp>
      <p:sp>
        <p:nvSpPr>
          <p:cNvPr id="5" name="text-4">
            <a:extLst xmlns:a="http://schemas.openxmlformats.org/drawingml/2006/main">
              <a:ext uri="{FF2B5EF4-FFF2-40B4-BE49-F238E27FC236}">
                <a16:creationId xmlns:a16="http://schemas.microsoft.com/office/drawing/2014/main" id="{98FA0286-42A5-4BEF-AC91-E94A75B43898}"/>
              </a:ext>
            </a:extLst>
          </p:cNvPr>
          <p:cNvSpPr>
            <a:spLocks xmlns:a="http://schemas.openxmlformats.org/drawingml/2006/main" noGrp="1"/>
          </p:cNvSpPr>
          <p:nvPr/>
        </p:nvSpPr>
        <p:spPr>
          <a:xfrm xmlns:a="http://schemas.openxmlformats.org/drawingml/2006/main">
            <a:off x="647700" y="5915025"/>
            <a:ext cx="4324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E6674"/>
                </a:solidFill>
                <a:latin typeface="Malgun Gothic"/>
                <a:ea typeface="Malgun Gothic"/>
                <a:cs typeface="Malgun Gothic"/>
              </a:defRPr>
            </a:pPr>
            <a:r>
              <a:rPr sz="1200" b="0">
                <a:solidFill>
                  <a:srgbClr val="5E6674"/>
                </a:solidFill>
                <a:latin typeface="Malgun Gothic"/>
                <a:ea typeface="Malgun Gothic"/>
                <a:cs typeface="Malgun Gothic"/>
              </a:rPr>
              <a:t>2026 신격호 롯데 청년기업가대상</a:t>
            </a:r>
          </a:p>
          <a:p xmlns:a="http://schemas.openxmlformats.org/drawingml/2006/main">
            <a:pPr>
              <a:defRPr sz="1200" b="0">
                <a:solidFill>
                  <a:srgbClr val="5E6674"/>
                </a:solidFill>
                <a:latin typeface="Malgun Gothic"/>
                <a:ea typeface="Malgun Gothic"/>
                <a:cs typeface="Malgun Gothic"/>
              </a:defRPr>
            </a:pPr>
            <a:r>
              <a:rPr sz="1200" b="0">
                <a:solidFill>
                  <a:srgbClr val="5E6674"/>
                </a:solidFill>
                <a:latin typeface="Malgun Gothic"/>
                <a:ea typeface="Malgun Gothic"/>
                <a:cs typeface="Malgun Gothic"/>
              </a:rPr>
              <a:t>① 유통·서비스 분야</a:t>
            </a:r>
          </a:p>
        </p:txBody>
      </p:sp>
    </p:spTree>
    <p:extLst>
      <p:ext uri="{BB962C8B-B14F-4D97-AF65-F5344CB8AC3E}">
        <p14:creationId xmlns:p14="http://schemas.microsoft.com/office/powerpoint/2010/main" val="25370171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5">
            <a:extLst xmlns:a="http://schemas.openxmlformats.org/drawingml/2006/main">
              <a:ext uri="{FF2B5EF4-FFF2-40B4-BE49-F238E27FC236}">
                <a16:creationId xmlns:a16="http://schemas.microsoft.com/office/drawing/2014/main" id="{F42003D3-A3F3-4771-9054-742B65E4C97C}"/>
              </a:ext>
            </a:extLst>
          </p:cNvPr>
          <p:cNvSpPr>
            <a:spLocks xmlns:a="http://schemas.openxmlformats.org/drawingml/2006/main" noGrp="1"/>
          </p:cNvSpPr>
          <p:nvPr/>
        </p:nvSpPr>
        <p:spPr>
          <a:xfrm xmlns:a="http://schemas.openxmlformats.org/drawingml/2006/main">
            <a:off x="609600" y="447675"/>
            <a:ext cx="10953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1">
                <a:solidFill>
                  <a:srgbClr val="171B24"/>
                </a:solidFill>
                <a:latin typeface="Malgun Gothic"/>
                <a:ea typeface="Malgun Gothic"/>
                <a:cs typeface="Malgun Gothic"/>
              </a:defRPr>
            </a:pPr>
            <a:r>
              <a:rPr sz="2700" b="1">
                <a:solidFill>
                  <a:srgbClr val="171B24"/>
                </a:solidFill>
                <a:latin typeface="Malgun Gothic"/>
                <a:ea typeface="Malgun Gothic"/>
                <a:cs typeface="Malgun Gothic"/>
              </a:rPr>
              <a:t>PC 구매의 두 가지 정보 공백</a:t>
            </a:r>
          </a:p>
        </p:txBody>
      </p:sp>
      <p:sp>
        <p:nvSpPr>
          <p:cNvPr id="2" name="text-6">
            <a:extLst xmlns:a="http://schemas.openxmlformats.org/drawingml/2006/main">
              <a:ext uri="{FF2B5EF4-FFF2-40B4-BE49-F238E27FC236}">
                <a16:creationId xmlns:a16="http://schemas.microsoft.com/office/drawing/2014/main" id="{1166663E-04FD-4411-B9F8-494774E71C68}"/>
              </a:ext>
            </a:extLst>
          </p:cNvPr>
          <p:cNvSpPr>
            <a:spLocks xmlns:a="http://schemas.openxmlformats.org/drawingml/2006/main" noGrp="1"/>
          </p:cNvSpPr>
          <p:nvPr/>
        </p:nvSpPr>
        <p:spPr>
          <a:xfrm xmlns:a="http://schemas.openxmlformats.org/drawingml/2006/main">
            <a:off x="628650" y="11049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E6674"/>
                </a:solidFill>
                <a:latin typeface="Malgun Gothic"/>
                <a:ea typeface="Malgun Gothic"/>
                <a:cs typeface="Malgun Gothic"/>
              </a:defRPr>
            </a:pPr>
            <a:r>
              <a:rPr sz="1500" b="0">
                <a:solidFill>
                  <a:srgbClr val="5E6674"/>
                </a:solidFill>
                <a:latin typeface="Malgun Gothic"/>
                <a:ea typeface="Malgun Gothic"/>
                <a:cs typeface="Malgun Gothic"/>
              </a:rPr>
              <a:t>함께 작동하는 구성과 나에게 맞는 사용 경험을 동시에 판단해야 합니다</a:t>
            </a:r>
          </a:p>
        </p:txBody>
      </p:sp>
      <p:sp>
        <p:nvSpPr>
          <p:cNvPr id="3" name="">
            <a:extLst xmlns:a="http://schemas.openxmlformats.org/drawingml/2006/main">
              <a:ext uri="{FF2B5EF4-FFF2-40B4-BE49-F238E27FC236}">
                <a16:creationId xmlns:a16="http://schemas.microsoft.com/office/drawing/2014/main" id="{5E12F6E3-1D5C-4921-9265-B93A37EEC717}"/>
              </a:ext>
            </a:extLst>
          </p:cNvPr>
          <p:cNvSpPr>
            <a:spLocks xmlns:a="http://schemas.openxmlformats.org/drawingml/2006/main" noGrp="1"/>
          </p:cNvSpPr>
          <p:nvPr/>
        </p:nvSpPr>
        <p:spPr>
          <a:xfrm xmlns:a="http://schemas.openxmlformats.org/drawingml/2006/main">
            <a:off x="609600" y="6362700"/>
            <a:ext cx="10972800" cy="0"/>
          </a:xfrm>
          <a:prstGeom xmlns:a="http://schemas.openxmlformats.org/drawingml/2006/main" prst="line">
            <a:avLst/>
          </a:prstGeom>
          <a:noFill xmlns:a="http://schemas.openxmlformats.org/drawingml/2006/main"/>
          <a:ln xmlns:a="http://schemas.openxmlformats.org/drawingml/2006/main" w="9525">
            <a:solidFill>
              <a:srgbClr val="DDE2EA"/>
            </a:solidFill>
          </a:ln>
        </p:spPr>
      </p:sp>
      <p:sp>
        <p:nvSpPr>
          <p:cNvPr id="4" name="text-7">
            <a:extLst xmlns:a="http://schemas.openxmlformats.org/drawingml/2006/main">
              <a:ext uri="{FF2B5EF4-FFF2-40B4-BE49-F238E27FC236}">
                <a16:creationId xmlns:a16="http://schemas.microsoft.com/office/drawing/2014/main" id="{E007E221-7E9F-4AC9-AC22-FFEB3E18A812}"/>
              </a:ext>
            </a:extLst>
          </p:cNvPr>
          <p:cNvSpPr>
            <a:spLocks xmlns:a="http://schemas.openxmlformats.org/drawingml/2006/main" noGrp="1"/>
          </p:cNvSpPr>
          <p:nvPr/>
        </p:nvSpPr>
        <p:spPr>
          <a:xfrm xmlns:a="http://schemas.openxmlformats.org/drawingml/2006/main">
            <a:off x="609600" y="6505575"/>
            <a:ext cx="1333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5E6674"/>
                </a:solidFill>
                <a:latin typeface="Malgun Gothic"/>
                <a:ea typeface="Malgun Gothic"/>
                <a:cs typeface="Malgun Gothic"/>
              </a:defRPr>
            </a:pPr>
            <a:r>
              <a:rPr sz="975" b="1">
                <a:solidFill>
                  <a:srgbClr val="5E6674"/>
                </a:solidFill>
                <a:latin typeface="Malgun Gothic"/>
                <a:ea typeface="Malgun Gothic"/>
                <a:cs typeface="Malgun Gothic"/>
              </a:rPr>
              <a:t>TrueFit</a:t>
            </a:r>
          </a:p>
        </p:txBody>
      </p:sp>
      <p:sp>
        <p:nvSpPr>
          <p:cNvPr id="5" name="text-8">
            <a:extLst xmlns:a="http://schemas.openxmlformats.org/drawingml/2006/main">
              <a:ext uri="{FF2B5EF4-FFF2-40B4-BE49-F238E27FC236}">
                <a16:creationId xmlns:a16="http://schemas.microsoft.com/office/drawing/2014/main" id="{0EAE6F11-6A3A-46DB-9168-5319C3BD92E8}"/>
              </a:ext>
            </a:extLst>
          </p:cNvPr>
          <p:cNvSpPr>
            <a:spLocks xmlns:a="http://schemas.openxmlformats.org/drawingml/2006/main" noGrp="1"/>
          </p:cNvSpPr>
          <p:nvPr/>
        </p:nvSpPr>
        <p:spPr>
          <a:xfrm xmlns:a="http://schemas.openxmlformats.org/drawingml/2006/main">
            <a:off x="11144250" y="6486525"/>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E6674"/>
                </a:solidFill>
                <a:latin typeface="Malgun Gothic"/>
                <a:ea typeface="Malgun Gothic"/>
                <a:cs typeface="Malgun Gothic"/>
              </a:defRPr>
            </a:pPr>
            <a:r>
              <a:rPr sz="1125" b="0">
                <a:solidFill>
                  <a:srgbClr val="5E6674"/>
                </a:solidFill>
                <a:latin typeface="Malgun Gothic"/>
                <a:ea typeface="Malgun Gothic"/>
                <a:cs typeface="Malgun Gothic"/>
              </a:rPr>
              <a:t>02</a:t>
            </a:r>
          </a:p>
        </p:txBody>
      </p:sp>
      <p:sp>
        <p:nvSpPr>
          <p:cNvPr id="6" name="text-9">
            <a:extLst xmlns:a="http://schemas.openxmlformats.org/drawingml/2006/main">
              <a:ext uri="{FF2B5EF4-FFF2-40B4-BE49-F238E27FC236}">
                <a16:creationId xmlns:a16="http://schemas.microsoft.com/office/drawing/2014/main" id="{4506E6C4-39E9-44EE-B2DE-DD6D0ED75F63}"/>
              </a:ext>
            </a:extLst>
          </p:cNvPr>
          <p:cNvSpPr>
            <a:spLocks xmlns:a="http://schemas.openxmlformats.org/drawingml/2006/main" noGrp="1"/>
          </p:cNvSpPr>
          <p:nvPr/>
        </p:nvSpPr>
        <p:spPr>
          <a:xfrm xmlns:a="http://schemas.openxmlformats.org/drawingml/2006/main">
            <a:off x="647700" y="1876425"/>
            <a:ext cx="76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244BC4"/>
                </a:solidFill>
                <a:latin typeface="Malgun Gothic"/>
                <a:ea typeface="Malgun Gothic"/>
                <a:cs typeface="Malgun Gothic"/>
              </a:defRPr>
            </a:pPr>
            <a:r>
              <a:rPr sz="2400" b="1">
                <a:solidFill>
                  <a:srgbClr val="244BC4"/>
                </a:solidFill>
                <a:latin typeface="Malgun Gothic"/>
                <a:ea typeface="Malgun Gothic"/>
                <a:cs typeface="Malgun Gothic"/>
              </a:rPr>
              <a:t>01</a:t>
            </a:r>
          </a:p>
        </p:txBody>
      </p:sp>
      <p:sp>
        <p:nvSpPr>
          <p:cNvPr id="7" name="text-10">
            <a:extLst xmlns:a="http://schemas.openxmlformats.org/drawingml/2006/main">
              <a:ext uri="{FF2B5EF4-FFF2-40B4-BE49-F238E27FC236}">
                <a16:creationId xmlns:a16="http://schemas.microsoft.com/office/drawing/2014/main" id="{03A75E1E-9A02-446C-BB47-46F87BEF1E6F}"/>
              </a:ext>
            </a:extLst>
          </p:cNvPr>
          <p:cNvSpPr>
            <a:spLocks xmlns:a="http://schemas.openxmlformats.org/drawingml/2006/main" noGrp="1"/>
          </p:cNvSpPr>
          <p:nvPr/>
        </p:nvSpPr>
        <p:spPr>
          <a:xfrm xmlns:a="http://schemas.openxmlformats.org/drawingml/2006/main">
            <a:off x="647700" y="2457450"/>
            <a:ext cx="466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171B24"/>
                </a:solidFill>
                <a:latin typeface="Malgun Gothic"/>
                <a:ea typeface="Malgun Gothic"/>
                <a:cs typeface="Malgun Gothic"/>
              </a:defRPr>
            </a:pPr>
            <a:r>
              <a:rPr sz="2250" b="1">
                <a:solidFill>
                  <a:srgbClr val="171B24"/>
                </a:solidFill>
                <a:latin typeface="Malgun Gothic"/>
                <a:ea typeface="Malgun Gothic"/>
                <a:cs typeface="Malgun Gothic"/>
              </a:rPr>
              <a:t>기술적으로 맞는가</a:t>
            </a:r>
          </a:p>
        </p:txBody>
      </p:sp>
      <p:sp>
        <p:nvSpPr>
          <p:cNvPr id="8" name="text-11">
            <a:extLst xmlns:a="http://schemas.openxmlformats.org/drawingml/2006/main">
              <a:ext uri="{FF2B5EF4-FFF2-40B4-BE49-F238E27FC236}">
                <a16:creationId xmlns:a16="http://schemas.microsoft.com/office/drawing/2014/main" id="{2E98C2E7-3215-486E-83D7-9EFA28672787}"/>
              </a:ext>
            </a:extLst>
          </p:cNvPr>
          <p:cNvSpPr>
            <a:spLocks xmlns:a="http://schemas.openxmlformats.org/drawingml/2006/main" noGrp="1"/>
          </p:cNvSpPr>
          <p:nvPr/>
        </p:nvSpPr>
        <p:spPr>
          <a:xfrm xmlns:a="http://schemas.openxmlformats.org/drawingml/2006/main">
            <a:off x="647700" y="3209925"/>
            <a:ext cx="4667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E6674"/>
                </a:solidFill>
                <a:latin typeface="Malgun Gothic"/>
                <a:ea typeface="Malgun Gothic"/>
                <a:cs typeface="Malgun Gothic"/>
              </a:defRPr>
            </a:pPr>
            <a:r>
              <a:rPr sz="1800" b="0">
                <a:solidFill>
                  <a:srgbClr val="5E6674"/>
                </a:solidFill>
                <a:latin typeface="Malgun Gothic"/>
                <a:ea typeface="Malgun Gothic"/>
                <a:cs typeface="Malgun Gothic"/>
              </a:rPr>
              <a:t>CPU 소켓과 메모리 규격</a:t>
            </a:r>
          </a:p>
          <a:p xmlns:a="http://schemas.openxmlformats.org/drawingml/2006/main">
            <a:pPr>
              <a:defRPr sz="1800" b="0">
                <a:solidFill>
                  <a:srgbClr val="5E6674"/>
                </a:solidFill>
                <a:latin typeface="Malgun Gothic"/>
                <a:ea typeface="Malgun Gothic"/>
                <a:cs typeface="Malgun Gothic"/>
              </a:defRPr>
            </a:pPr>
            <a:r>
              <a:rPr sz="1800" b="0">
                <a:solidFill>
                  <a:srgbClr val="5E6674"/>
                </a:solidFill>
                <a:latin typeface="Malgun Gothic"/>
                <a:ea typeface="Malgun Gothic"/>
                <a:cs typeface="Malgun Gothic"/>
              </a:rPr>
              <a:t>케이스 크기와 전력 여유</a:t>
            </a:r>
          </a:p>
          <a:p xmlns:a="http://schemas.openxmlformats.org/drawingml/2006/main">
            <a:pPr>
              <a:defRPr sz="1800" b="0">
                <a:solidFill>
                  <a:srgbClr val="5E6674"/>
                </a:solidFill>
                <a:latin typeface="Malgun Gothic"/>
                <a:ea typeface="Malgun Gothic"/>
                <a:cs typeface="Malgun Gothic"/>
              </a:defRPr>
            </a:pPr>
            <a:r>
              <a:rPr sz="1800" b="0">
                <a:solidFill>
                  <a:srgbClr val="5E6674"/>
                </a:solidFill>
                <a:latin typeface="Malgun Gothic"/>
                <a:ea typeface="Malgun Gothic"/>
                <a:cs typeface="Malgun Gothic"/>
              </a:rPr>
              <a:t>전체 예산 안의 성능 균형</a:t>
            </a:r>
          </a:p>
        </p:txBody>
      </p:sp>
      <p:sp>
        <p:nvSpPr>
          <p:cNvPr id="9" name="">
            <a:extLst xmlns:a="http://schemas.openxmlformats.org/drawingml/2006/main">
              <a:ext uri="{FF2B5EF4-FFF2-40B4-BE49-F238E27FC236}">
                <a16:creationId xmlns:a16="http://schemas.microsoft.com/office/drawing/2014/main" id="{88F693A9-9733-45D1-99E2-E76D4316ACED}"/>
              </a:ext>
            </a:extLst>
          </p:cNvPr>
          <p:cNvSpPr>
            <a:spLocks xmlns:a="http://schemas.openxmlformats.org/drawingml/2006/main" noGrp="1"/>
          </p:cNvSpPr>
          <p:nvPr/>
        </p:nvSpPr>
        <p:spPr>
          <a:xfrm xmlns:a="http://schemas.openxmlformats.org/drawingml/2006/main">
            <a:off x="5905500" y="1952625"/>
            <a:ext cx="0" cy="0"/>
          </a:xfrm>
          <a:prstGeom xmlns:a="http://schemas.openxmlformats.org/drawingml/2006/main" prst="line">
            <a:avLst/>
          </a:prstGeom>
          <a:noFill xmlns:a="http://schemas.openxmlformats.org/drawingml/2006/main"/>
          <a:ln xmlns:a="http://schemas.openxmlformats.org/drawingml/2006/main" w="9525">
            <a:solidFill>
              <a:srgbClr val="DDE2EA"/>
            </a:solidFill>
          </a:ln>
        </p:spPr>
      </p:sp>
      <p:sp>
        <p:nvSpPr>
          <p:cNvPr id="10" name="">
            <a:extLst xmlns:a="http://schemas.openxmlformats.org/drawingml/2006/main">
              <a:ext uri="{FF2B5EF4-FFF2-40B4-BE49-F238E27FC236}">
                <a16:creationId xmlns:a16="http://schemas.microsoft.com/office/drawing/2014/main" id="{9E0E71ED-4E56-4F67-A1FB-2510BBBAF8C2}"/>
              </a:ext>
            </a:extLst>
          </p:cNvPr>
          <p:cNvSpPr>
            <a:spLocks xmlns:a="http://schemas.openxmlformats.org/drawingml/2006/main" noGrp="1"/>
          </p:cNvSpPr>
          <p:nvPr/>
        </p:nvSpPr>
        <p:spPr>
          <a:xfrm xmlns:a="http://schemas.openxmlformats.org/drawingml/2006/main">
            <a:off x="5905500" y="1914525"/>
            <a:ext cx="9525" cy="2895600"/>
          </a:xfrm>
          <a:prstGeom xmlns:a="http://schemas.openxmlformats.org/drawingml/2006/main" prst="rect">
            <a:avLst/>
          </a:prstGeom>
          <a:solidFill xmlns:a="http://schemas.openxmlformats.org/drawingml/2006/main">
            <a:srgbClr val="DDE2EA"/>
          </a:solidFill>
          <a:ln xmlns:a="http://schemas.openxmlformats.org/drawingml/2006/main" w="0">
            <a:noFill/>
          </a:ln>
        </p:spPr>
      </p:sp>
      <p:sp>
        <p:nvSpPr>
          <p:cNvPr id="11" name="text-12">
            <a:extLst xmlns:a="http://schemas.openxmlformats.org/drawingml/2006/main">
              <a:ext uri="{FF2B5EF4-FFF2-40B4-BE49-F238E27FC236}">
                <a16:creationId xmlns:a16="http://schemas.microsoft.com/office/drawing/2014/main" id="{930E57BF-4FD7-44BD-A465-148A0B81E234}"/>
              </a:ext>
            </a:extLst>
          </p:cNvPr>
          <p:cNvSpPr>
            <a:spLocks xmlns:a="http://schemas.openxmlformats.org/drawingml/2006/main" noGrp="1"/>
          </p:cNvSpPr>
          <p:nvPr/>
        </p:nvSpPr>
        <p:spPr>
          <a:xfrm xmlns:a="http://schemas.openxmlformats.org/drawingml/2006/main">
            <a:off x="6496050" y="1876425"/>
            <a:ext cx="76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244BC4"/>
                </a:solidFill>
                <a:latin typeface="Malgun Gothic"/>
                <a:ea typeface="Malgun Gothic"/>
                <a:cs typeface="Malgun Gothic"/>
              </a:defRPr>
            </a:pPr>
            <a:r>
              <a:rPr sz="2400" b="1">
                <a:solidFill>
                  <a:srgbClr val="244BC4"/>
                </a:solidFill>
                <a:latin typeface="Malgun Gothic"/>
                <a:ea typeface="Malgun Gothic"/>
                <a:cs typeface="Malgun Gothic"/>
              </a:rPr>
              <a:t>02</a:t>
            </a:r>
          </a:p>
        </p:txBody>
      </p:sp>
      <p:sp>
        <p:nvSpPr>
          <p:cNvPr id="12" name="text-13">
            <a:extLst xmlns:a="http://schemas.openxmlformats.org/drawingml/2006/main">
              <a:ext uri="{FF2B5EF4-FFF2-40B4-BE49-F238E27FC236}">
                <a16:creationId xmlns:a16="http://schemas.microsoft.com/office/drawing/2014/main" id="{573AEA2A-7431-4777-A008-5E0759A86A34}"/>
              </a:ext>
            </a:extLst>
          </p:cNvPr>
          <p:cNvSpPr>
            <a:spLocks xmlns:a="http://schemas.openxmlformats.org/drawingml/2006/main" noGrp="1"/>
          </p:cNvSpPr>
          <p:nvPr/>
        </p:nvSpPr>
        <p:spPr>
          <a:xfrm xmlns:a="http://schemas.openxmlformats.org/drawingml/2006/main">
            <a:off x="6496050" y="2457450"/>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171B24"/>
                </a:solidFill>
                <a:latin typeface="Malgun Gothic"/>
                <a:ea typeface="Malgun Gothic"/>
                <a:cs typeface="Malgun Gothic"/>
              </a:defRPr>
            </a:pPr>
            <a:r>
              <a:rPr sz="2250" b="1">
                <a:solidFill>
                  <a:srgbClr val="171B24"/>
                </a:solidFill>
                <a:latin typeface="Malgun Gothic"/>
                <a:ea typeface="Malgun Gothic"/>
                <a:cs typeface="Malgun Gothic"/>
              </a:rPr>
              <a:t>내가 쓰기에 편한가</a:t>
            </a:r>
          </a:p>
        </p:txBody>
      </p:sp>
      <p:sp>
        <p:nvSpPr>
          <p:cNvPr id="13" name="text-14">
            <a:extLst xmlns:a="http://schemas.openxmlformats.org/drawingml/2006/main">
              <a:ext uri="{FF2B5EF4-FFF2-40B4-BE49-F238E27FC236}">
                <a16:creationId xmlns:a16="http://schemas.microsoft.com/office/drawing/2014/main" id="{56E30779-8359-47B8-90DE-3D2D64780F1A}"/>
              </a:ext>
            </a:extLst>
          </p:cNvPr>
          <p:cNvSpPr>
            <a:spLocks xmlns:a="http://schemas.openxmlformats.org/drawingml/2006/main" noGrp="1"/>
          </p:cNvSpPr>
          <p:nvPr/>
        </p:nvSpPr>
        <p:spPr>
          <a:xfrm xmlns:a="http://schemas.openxmlformats.org/drawingml/2006/main">
            <a:off x="6496050" y="3209925"/>
            <a:ext cx="4762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E6674"/>
                </a:solidFill>
                <a:latin typeface="Malgun Gothic"/>
                <a:ea typeface="Malgun Gothic"/>
                <a:cs typeface="Malgun Gothic"/>
              </a:defRPr>
            </a:pPr>
            <a:r>
              <a:rPr sz="1800" b="0">
                <a:solidFill>
                  <a:srgbClr val="5E6674"/>
                </a:solidFill>
                <a:latin typeface="Malgun Gothic"/>
                <a:ea typeface="Malgun Gothic"/>
                <a:cs typeface="Malgun Gothic"/>
              </a:rPr>
              <a:t>밤에 사용해도 조용한 키보드</a:t>
            </a:r>
          </a:p>
          <a:p xmlns:a="http://schemas.openxmlformats.org/drawingml/2006/main">
            <a:pPr>
              <a:defRPr sz="1800" b="0">
                <a:solidFill>
                  <a:srgbClr val="5E6674"/>
                </a:solidFill>
                <a:latin typeface="Malgun Gothic"/>
                <a:ea typeface="Malgun Gothic"/>
                <a:cs typeface="Malgun Gothic"/>
              </a:defRPr>
            </a:pPr>
            <a:r>
              <a:rPr sz="1800" b="0">
                <a:solidFill>
                  <a:srgbClr val="5E6674"/>
                </a:solidFill>
                <a:latin typeface="Malgun Gothic"/>
                <a:ea typeface="Malgun Gothic"/>
                <a:cs typeface="Malgun Gothic"/>
              </a:rPr>
              <a:t>작은 손에 맞는 마우스</a:t>
            </a:r>
          </a:p>
          <a:p xmlns:a="http://schemas.openxmlformats.org/drawingml/2006/main">
            <a:pPr>
              <a:defRPr sz="1800" b="0">
                <a:solidFill>
                  <a:srgbClr val="5E6674"/>
                </a:solidFill>
                <a:latin typeface="Malgun Gothic"/>
                <a:ea typeface="Malgun Gothic"/>
                <a:cs typeface="Malgun Gothic"/>
              </a:defRPr>
            </a:pPr>
            <a:r>
              <a:rPr sz="1800" b="0">
                <a:solidFill>
                  <a:srgbClr val="5E6674"/>
                </a:solidFill>
                <a:latin typeface="Malgun Gothic"/>
                <a:ea typeface="Malgun Gothic"/>
                <a:cs typeface="Malgun Gothic"/>
              </a:rPr>
              <a:t>오래 사용하는 모니터의 체감</a:t>
            </a:r>
          </a:p>
        </p:txBody>
      </p:sp>
      <p:sp>
        <p:nvSpPr>
          <p:cNvPr id="14" name="">
            <a:extLst xmlns:a="http://schemas.openxmlformats.org/drawingml/2006/main">
              <a:ext uri="{FF2B5EF4-FFF2-40B4-BE49-F238E27FC236}">
                <a16:creationId xmlns:a16="http://schemas.microsoft.com/office/drawing/2014/main" id="{7B69D2EA-C62E-4537-8597-E905088A5EAC}"/>
              </a:ext>
            </a:extLst>
          </p:cNvPr>
          <p:cNvSpPr>
            <a:spLocks xmlns:a="http://schemas.openxmlformats.org/drawingml/2006/main" noGrp="1"/>
          </p:cNvSpPr>
          <p:nvPr/>
        </p:nvSpPr>
        <p:spPr>
          <a:xfrm xmlns:a="http://schemas.openxmlformats.org/drawingml/2006/main">
            <a:off x="609600" y="5267325"/>
            <a:ext cx="10972800" cy="676275"/>
          </a:xfrm>
          <a:prstGeom xmlns:a="http://schemas.openxmlformats.org/drawingml/2006/main" prst="rect">
            <a:avLst/>
          </a:prstGeom>
          <a:solidFill xmlns:a="http://schemas.openxmlformats.org/drawingml/2006/main">
            <a:srgbClr val="EEF2FC"/>
          </a:solidFill>
          <a:ln xmlns:a="http://schemas.openxmlformats.org/drawingml/2006/main" w="0">
            <a:noFill/>
          </a:ln>
        </p:spPr>
      </p:sp>
      <p:sp>
        <p:nvSpPr>
          <p:cNvPr id="15" name="text-15">
            <a:extLst xmlns:a="http://schemas.openxmlformats.org/drawingml/2006/main">
              <a:ext uri="{FF2B5EF4-FFF2-40B4-BE49-F238E27FC236}">
                <a16:creationId xmlns:a16="http://schemas.microsoft.com/office/drawing/2014/main" id="{AF8FE3FE-F2EE-4B82-BB21-2DAE78209732}"/>
              </a:ext>
            </a:extLst>
          </p:cNvPr>
          <p:cNvSpPr>
            <a:spLocks xmlns:a="http://schemas.openxmlformats.org/drawingml/2006/main" noGrp="1"/>
          </p:cNvSpPr>
          <p:nvPr/>
        </p:nvSpPr>
        <p:spPr>
          <a:xfrm xmlns:a="http://schemas.openxmlformats.org/drawingml/2006/main">
            <a:off x="838200" y="5476875"/>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44BC4"/>
                </a:solidFill>
                <a:latin typeface="Malgun Gothic"/>
                <a:ea typeface="Malgun Gothic"/>
                <a:cs typeface="Malgun Gothic"/>
              </a:defRPr>
            </a:pPr>
            <a:r>
              <a:rPr sz="1800" b="1">
                <a:solidFill>
                  <a:srgbClr val="244BC4"/>
                </a:solidFill>
                <a:latin typeface="Malgun Gothic"/>
                <a:ea typeface="Malgun Gothic"/>
                <a:cs typeface="Malgun Gothic"/>
              </a:rPr>
              <a:t>가격·사양·리뷰를 여러 곳에서 찾고 조합하는 부담</a:t>
            </a:r>
          </a:p>
        </p:txBody>
      </p:sp>
    </p:spTree>
    <p:extLst>
      <p:ext uri="{BB962C8B-B14F-4D97-AF65-F5344CB8AC3E}">
        <p14:creationId xmlns:p14="http://schemas.microsoft.com/office/powerpoint/2010/main" val="193422149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16">
            <a:extLst xmlns:a="http://schemas.openxmlformats.org/drawingml/2006/main">
              <a:ext uri="{FF2B5EF4-FFF2-40B4-BE49-F238E27FC236}">
                <a16:creationId xmlns:a16="http://schemas.microsoft.com/office/drawing/2014/main" id="{D5F7887E-0F94-4DA6-912C-575D6CDDF8EB}"/>
              </a:ext>
            </a:extLst>
          </p:cNvPr>
          <p:cNvSpPr>
            <a:spLocks xmlns:a="http://schemas.openxmlformats.org/drawingml/2006/main" noGrp="1"/>
          </p:cNvSpPr>
          <p:nvPr/>
        </p:nvSpPr>
        <p:spPr>
          <a:xfrm xmlns:a="http://schemas.openxmlformats.org/drawingml/2006/main">
            <a:off x="609600" y="447675"/>
            <a:ext cx="10953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1">
                <a:solidFill>
                  <a:srgbClr val="171B24"/>
                </a:solidFill>
                <a:latin typeface="Malgun Gothic"/>
                <a:ea typeface="Malgun Gothic"/>
                <a:cs typeface="Malgun Gothic"/>
              </a:defRPr>
            </a:pPr>
            <a:r>
              <a:rPr sz="2700" b="1">
                <a:solidFill>
                  <a:srgbClr val="171B24"/>
                </a:solidFill>
                <a:latin typeface="Malgun Gothic"/>
                <a:ea typeface="Malgun Gothic"/>
                <a:cs typeface="Malgun Gothic"/>
              </a:rPr>
              <a:t>초기 고객과 구매 과업</a:t>
            </a:r>
          </a:p>
        </p:txBody>
      </p:sp>
      <p:sp>
        <p:nvSpPr>
          <p:cNvPr id="2" name="text-17">
            <a:extLst xmlns:a="http://schemas.openxmlformats.org/drawingml/2006/main">
              <a:ext uri="{FF2B5EF4-FFF2-40B4-BE49-F238E27FC236}">
                <a16:creationId xmlns:a16="http://schemas.microsoft.com/office/drawing/2014/main" id="{40520AA3-00E9-4387-9606-F11FD4847B99}"/>
              </a:ext>
            </a:extLst>
          </p:cNvPr>
          <p:cNvSpPr>
            <a:spLocks xmlns:a="http://schemas.openxmlformats.org/drawingml/2006/main" noGrp="1"/>
          </p:cNvSpPr>
          <p:nvPr/>
        </p:nvSpPr>
        <p:spPr>
          <a:xfrm xmlns:a="http://schemas.openxmlformats.org/drawingml/2006/main">
            <a:off x="628650" y="11049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E6674"/>
                </a:solidFill>
                <a:latin typeface="Malgun Gothic"/>
                <a:ea typeface="Malgun Gothic"/>
                <a:cs typeface="Malgun Gothic"/>
              </a:defRPr>
            </a:pPr>
            <a:r>
              <a:rPr sz="1500" b="0">
                <a:solidFill>
                  <a:srgbClr val="5E6674"/>
                </a:solidFill>
                <a:latin typeface="Malgun Gothic"/>
                <a:ea typeface="Malgun Gothic"/>
                <a:cs typeface="Malgun Gothic"/>
              </a:rPr>
              <a:t>구매 목적은 분명하지만 제품 선택의 기준이 필요한 사용자</a:t>
            </a:r>
          </a:p>
        </p:txBody>
      </p:sp>
      <p:sp>
        <p:nvSpPr>
          <p:cNvPr id="3" name="">
            <a:extLst xmlns:a="http://schemas.openxmlformats.org/drawingml/2006/main">
              <a:ext uri="{FF2B5EF4-FFF2-40B4-BE49-F238E27FC236}">
                <a16:creationId xmlns:a16="http://schemas.microsoft.com/office/drawing/2014/main" id="{B9690075-330C-4A0C-A306-081B3B8EA1F6}"/>
              </a:ext>
            </a:extLst>
          </p:cNvPr>
          <p:cNvSpPr>
            <a:spLocks xmlns:a="http://schemas.openxmlformats.org/drawingml/2006/main" noGrp="1"/>
          </p:cNvSpPr>
          <p:nvPr/>
        </p:nvSpPr>
        <p:spPr>
          <a:xfrm xmlns:a="http://schemas.openxmlformats.org/drawingml/2006/main">
            <a:off x="609600" y="6362700"/>
            <a:ext cx="10972800" cy="0"/>
          </a:xfrm>
          <a:prstGeom xmlns:a="http://schemas.openxmlformats.org/drawingml/2006/main" prst="line">
            <a:avLst/>
          </a:prstGeom>
          <a:noFill xmlns:a="http://schemas.openxmlformats.org/drawingml/2006/main"/>
          <a:ln xmlns:a="http://schemas.openxmlformats.org/drawingml/2006/main" w="9525">
            <a:solidFill>
              <a:srgbClr val="DDE2EA"/>
            </a:solidFill>
          </a:ln>
        </p:spPr>
      </p:sp>
      <p:sp>
        <p:nvSpPr>
          <p:cNvPr id="4" name="text-18">
            <a:extLst xmlns:a="http://schemas.openxmlformats.org/drawingml/2006/main">
              <a:ext uri="{FF2B5EF4-FFF2-40B4-BE49-F238E27FC236}">
                <a16:creationId xmlns:a16="http://schemas.microsoft.com/office/drawing/2014/main" id="{B2894BE1-302F-4D6E-A2BF-539970AF2E2D}"/>
              </a:ext>
            </a:extLst>
          </p:cNvPr>
          <p:cNvSpPr>
            <a:spLocks xmlns:a="http://schemas.openxmlformats.org/drawingml/2006/main" noGrp="1"/>
          </p:cNvSpPr>
          <p:nvPr/>
        </p:nvSpPr>
        <p:spPr>
          <a:xfrm xmlns:a="http://schemas.openxmlformats.org/drawingml/2006/main">
            <a:off x="609600" y="6505575"/>
            <a:ext cx="1333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5E6674"/>
                </a:solidFill>
                <a:latin typeface="Malgun Gothic"/>
                <a:ea typeface="Malgun Gothic"/>
                <a:cs typeface="Malgun Gothic"/>
              </a:defRPr>
            </a:pPr>
            <a:r>
              <a:rPr sz="975" b="1">
                <a:solidFill>
                  <a:srgbClr val="5E6674"/>
                </a:solidFill>
                <a:latin typeface="Malgun Gothic"/>
                <a:ea typeface="Malgun Gothic"/>
                <a:cs typeface="Malgun Gothic"/>
              </a:rPr>
              <a:t>TrueFit</a:t>
            </a:r>
          </a:p>
        </p:txBody>
      </p:sp>
      <p:sp>
        <p:nvSpPr>
          <p:cNvPr id="5" name="text-19">
            <a:extLst xmlns:a="http://schemas.openxmlformats.org/drawingml/2006/main">
              <a:ext uri="{FF2B5EF4-FFF2-40B4-BE49-F238E27FC236}">
                <a16:creationId xmlns:a16="http://schemas.microsoft.com/office/drawing/2014/main" id="{5B036BE7-70F5-4D1F-8339-F88397E454DD}"/>
              </a:ext>
            </a:extLst>
          </p:cNvPr>
          <p:cNvSpPr>
            <a:spLocks xmlns:a="http://schemas.openxmlformats.org/drawingml/2006/main" noGrp="1"/>
          </p:cNvSpPr>
          <p:nvPr/>
        </p:nvSpPr>
        <p:spPr>
          <a:xfrm xmlns:a="http://schemas.openxmlformats.org/drawingml/2006/main">
            <a:off x="11144250" y="6486525"/>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E6674"/>
                </a:solidFill>
                <a:latin typeface="Malgun Gothic"/>
                <a:ea typeface="Malgun Gothic"/>
                <a:cs typeface="Malgun Gothic"/>
              </a:defRPr>
            </a:pPr>
            <a:r>
              <a:rPr sz="1125" b="0">
                <a:solidFill>
                  <a:srgbClr val="5E6674"/>
                </a:solidFill>
                <a:latin typeface="Malgun Gothic"/>
                <a:ea typeface="Malgun Gothic"/>
                <a:cs typeface="Malgun Gothic"/>
              </a:rPr>
              <a:t>03</a:t>
            </a:r>
          </a:p>
        </p:txBody>
      </p:sp>
      <p:sp>
        <p:nvSpPr>
          <p:cNvPr id="6" name="">
            <a:extLst xmlns:a="http://schemas.openxmlformats.org/drawingml/2006/main">
              <a:ext uri="{FF2B5EF4-FFF2-40B4-BE49-F238E27FC236}">
                <a16:creationId xmlns:a16="http://schemas.microsoft.com/office/drawing/2014/main" id="{15341A22-5311-4407-8CFA-C2AF6A03A53F}"/>
              </a:ext>
            </a:extLst>
          </p:cNvPr>
          <p:cNvSpPr>
            <a:spLocks xmlns:a="http://schemas.openxmlformats.org/drawingml/2006/main" noGrp="1"/>
          </p:cNvSpPr>
          <p:nvPr/>
        </p:nvSpPr>
        <p:spPr>
          <a:xfrm xmlns:a="http://schemas.openxmlformats.org/drawingml/2006/main">
            <a:off x="609600" y="1809750"/>
            <a:ext cx="5086350" cy="3724275"/>
          </a:xfrm>
          <a:prstGeom xmlns:a="http://schemas.openxmlformats.org/drawingml/2006/main" prst="rect">
            <a:avLst/>
          </a:prstGeom>
          <a:solidFill xmlns:a="http://schemas.openxmlformats.org/drawingml/2006/main">
            <a:srgbClr val="111B36"/>
          </a:solidFill>
          <a:ln xmlns:a="http://schemas.openxmlformats.org/drawingml/2006/main" w="0">
            <a:noFill/>
          </a:ln>
        </p:spPr>
      </p:sp>
      <p:sp>
        <p:nvSpPr>
          <p:cNvPr id="7" name="text-20">
            <a:extLst xmlns:a="http://schemas.openxmlformats.org/drawingml/2006/main">
              <a:ext uri="{FF2B5EF4-FFF2-40B4-BE49-F238E27FC236}">
                <a16:creationId xmlns:a16="http://schemas.microsoft.com/office/drawing/2014/main" id="{4E451606-1891-45A3-8B08-438BDD05550B}"/>
              </a:ext>
            </a:extLst>
          </p:cNvPr>
          <p:cNvSpPr>
            <a:spLocks xmlns:a="http://schemas.openxmlformats.org/drawingml/2006/main" noGrp="1"/>
          </p:cNvSpPr>
          <p:nvPr/>
        </p:nvSpPr>
        <p:spPr>
          <a:xfrm xmlns:a="http://schemas.openxmlformats.org/drawingml/2006/main">
            <a:off x="923925" y="2400300"/>
            <a:ext cx="4381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625" b="1">
                <a:solidFill>
                  <a:srgbClr val="FFFFFF"/>
                </a:solidFill>
                <a:latin typeface="Malgun Gothic"/>
                <a:ea typeface="Malgun Gothic"/>
                <a:cs typeface="Malgun Gothic"/>
              </a:defRPr>
            </a:pPr>
            <a:r>
              <a:rPr sz="2625" b="1">
                <a:solidFill>
                  <a:srgbClr val="FFFFFF"/>
                </a:solidFill>
                <a:latin typeface="Malgun Gothic"/>
                <a:ea typeface="Malgun Gothic"/>
                <a:cs typeface="Malgun Gothic"/>
              </a:rPr>
              <a:t>“150만 원으로</a:t>
            </a:r>
          </a:p>
          <a:p xmlns:a="http://schemas.openxmlformats.org/drawingml/2006/main">
            <a:pPr>
              <a:defRPr sz="2625" b="1">
                <a:solidFill>
                  <a:srgbClr val="FFFFFF"/>
                </a:solidFill>
                <a:latin typeface="Malgun Gothic"/>
                <a:ea typeface="Malgun Gothic"/>
                <a:cs typeface="Malgun Gothic"/>
              </a:defRPr>
            </a:pPr>
            <a:r>
              <a:rPr sz="2625" b="1">
                <a:solidFill>
                  <a:srgbClr val="FFFFFF"/>
                </a:solidFill>
                <a:latin typeface="Malgun Gothic"/>
                <a:ea typeface="Malgun Gothic"/>
                <a:cs typeface="Malgun Gothic"/>
              </a:rPr>
              <a:t>엘든링을 할 수 있는</a:t>
            </a:r>
          </a:p>
          <a:p xmlns:a="http://schemas.openxmlformats.org/drawingml/2006/main">
            <a:pPr>
              <a:defRPr sz="2625" b="1">
                <a:solidFill>
                  <a:srgbClr val="FFFFFF"/>
                </a:solidFill>
                <a:latin typeface="Malgun Gothic"/>
                <a:ea typeface="Malgun Gothic"/>
                <a:cs typeface="Malgun Gothic"/>
              </a:defRPr>
            </a:pPr>
            <a:r>
              <a:rPr sz="2625" b="1">
                <a:solidFill>
                  <a:srgbClr val="FFFFFF"/>
                </a:solidFill>
                <a:latin typeface="Malgun Gothic"/>
                <a:ea typeface="Malgun Gothic"/>
                <a:cs typeface="Malgun Gothic"/>
              </a:rPr>
              <a:t>조용한 PC가 필요해요.”</a:t>
            </a:r>
          </a:p>
        </p:txBody>
      </p:sp>
      <p:sp>
        <p:nvSpPr>
          <p:cNvPr id="8" name="text-21">
            <a:extLst xmlns:a="http://schemas.openxmlformats.org/drawingml/2006/main">
              <a:ext uri="{FF2B5EF4-FFF2-40B4-BE49-F238E27FC236}">
                <a16:creationId xmlns:a16="http://schemas.microsoft.com/office/drawing/2014/main" id="{0A121418-DFE8-4117-9A9A-26075872C970}"/>
              </a:ext>
            </a:extLst>
          </p:cNvPr>
          <p:cNvSpPr>
            <a:spLocks xmlns:a="http://schemas.openxmlformats.org/drawingml/2006/main" noGrp="1"/>
          </p:cNvSpPr>
          <p:nvPr/>
        </p:nvSpPr>
        <p:spPr>
          <a:xfrm xmlns:a="http://schemas.openxmlformats.org/drawingml/2006/main">
            <a:off x="933450" y="4953000"/>
            <a:ext cx="4238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BECBED"/>
                </a:solidFill>
                <a:latin typeface="Malgun Gothic"/>
                <a:ea typeface="Malgun Gothic"/>
                <a:cs typeface="Malgun Gothic"/>
              </a:defRPr>
            </a:pPr>
            <a:r>
              <a:rPr sz="1125" b="0">
                <a:solidFill>
                  <a:srgbClr val="BECBED"/>
                </a:solidFill>
                <a:latin typeface="Malgun Gothic"/>
                <a:ea typeface="Malgun Gothic"/>
                <a:cs typeface="Malgun Gothic"/>
              </a:rPr>
              <a:t>대표 고객 시나리오 · 실제 인터뷰 인용 아님</a:t>
            </a:r>
          </a:p>
        </p:txBody>
      </p:sp>
      <p:sp>
        <p:nvSpPr>
          <p:cNvPr id="9" name="text-22">
            <a:extLst xmlns:a="http://schemas.openxmlformats.org/drawingml/2006/main">
              <a:ext uri="{FF2B5EF4-FFF2-40B4-BE49-F238E27FC236}">
                <a16:creationId xmlns:a16="http://schemas.microsoft.com/office/drawing/2014/main" id="{D6A08DB5-4811-48AA-A796-6EAA07B24C6C}"/>
              </a:ext>
            </a:extLst>
          </p:cNvPr>
          <p:cNvSpPr>
            <a:spLocks xmlns:a="http://schemas.openxmlformats.org/drawingml/2006/main" noGrp="1"/>
          </p:cNvSpPr>
          <p:nvPr/>
        </p:nvSpPr>
        <p:spPr>
          <a:xfrm xmlns:a="http://schemas.openxmlformats.org/drawingml/2006/main">
            <a:off x="6248400" y="1914525"/>
            <a:ext cx="38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44BC4"/>
                </a:solidFill>
                <a:latin typeface="Malgun Gothic"/>
                <a:ea typeface="Malgun Gothic"/>
                <a:cs typeface="Malgun Gothic"/>
              </a:defRPr>
            </a:pPr>
            <a:r>
              <a:rPr sz="1575" b="1">
                <a:solidFill>
                  <a:srgbClr val="244BC4"/>
                </a:solidFill>
                <a:latin typeface="Malgun Gothic"/>
                <a:ea typeface="Malgun Gothic"/>
                <a:cs typeface="Malgun Gothic"/>
              </a:rPr>
              <a:t>01</a:t>
            </a:r>
          </a:p>
        </p:txBody>
      </p:sp>
      <p:sp>
        <p:nvSpPr>
          <p:cNvPr id="10" name="text-23">
            <a:extLst xmlns:a="http://schemas.openxmlformats.org/drawingml/2006/main">
              <a:ext uri="{FF2B5EF4-FFF2-40B4-BE49-F238E27FC236}">
                <a16:creationId xmlns:a16="http://schemas.microsoft.com/office/drawing/2014/main" id="{A96E1D20-B00D-46D2-8175-1EF8D3115551}"/>
              </a:ext>
            </a:extLst>
          </p:cNvPr>
          <p:cNvSpPr>
            <a:spLocks xmlns:a="http://schemas.openxmlformats.org/drawingml/2006/main" noGrp="1"/>
          </p:cNvSpPr>
          <p:nvPr/>
        </p:nvSpPr>
        <p:spPr>
          <a:xfrm xmlns:a="http://schemas.openxmlformats.org/drawingml/2006/main">
            <a:off x="6743700" y="1914525"/>
            <a:ext cx="46958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171B24"/>
                </a:solidFill>
                <a:latin typeface="Malgun Gothic"/>
                <a:ea typeface="Malgun Gothic"/>
                <a:cs typeface="Malgun Gothic"/>
              </a:defRPr>
            </a:pPr>
            <a:r>
              <a:rPr sz="1800" b="1">
                <a:solidFill>
                  <a:srgbClr val="171B24"/>
                </a:solidFill>
                <a:latin typeface="Malgun Gothic"/>
                <a:ea typeface="Malgun Gothic"/>
                <a:cs typeface="Malgun Gothic"/>
              </a:rPr>
              <a:t>첫 구매와 교체</a:t>
            </a:r>
          </a:p>
        </p:txBody>
      </p:sp>
      <p:sp>
        <p:nvSpPr>
          <p:cNvPr id="11" name="text-24">
            <a:extLst xmlns:a="http://schemas.openxmlformats.org/drawingml/2006/main">
              <a:ext uri="{FF2B5EF4-FFF2-40B4-BE49-F238E27FC236}">
                <a16:creationId xmlns:a16="http://schemas.microsoft.com/office/drawing/2014/main" id="{DE24520C-DAC7-4F04-A4DE-67150DDB063A}"/>
              </a:ext>
            </a:extLst>
          </p:cNvPr>
          <p:cNvSpPr>
            <a:spLocks xmlns:a="http://schemas.openxmlformats.org/drawingml/2006/main" noGrp="1"/>
          </p:cNvSpPr>
          <p:nvPr/>
        </p:nvSpPr>
        <p:spPr>
          <a:xfrm xmlns:a="http://schemas.openxmlformats.org/drawingml/2006/main">
            <a:off x="6743700" y="2343150"/>
            <a:ext cx="46958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5E6674"/>
                </a:solidFill>
                <a:latin typeface="Malgun Gothic"/>
                <a:ea typeface="Malgun Gothic"/>
                <a:cs typeface="Malgun Gothic"/>
              </a:defRPr>
            </a:pPr>
            <a:r>
              <a:rPr sz="1575" b="0">
                <a:solidFill>
                  <a:srgbClr val="5E6674"/>
                </a:solidFill>
                <a:latin typeface="Malgun Gothic"/>
                <a:ea typeface="Malgun Gothic"/>
                <a:cs typeface="Malgun Gothic"/>
              </a:rPr>
              <a:t>부품 지식이 부족한 조립 PC 구매자</a:t>
            </a:r>
          </a:p>
        </p:txBody>
      </p:sp>
      <p:sp>
        <p:nvSpPr>
          <p:cNvPr id="12" name="text-25">
            <a:extLst xmlns:a="http://schemas.openxmlformats.org/drawingml/2006/main">
              <a:ext uri="{FF2B5EF4-FFF2-40B4-BE49-F238E27FC236}">
                <a16:creationId xmlns:a16="http://schemas.microsoft.com/office/drawing/2014/main" id="{B3FF64BE-1750-4EAE-8FA6-3C21015D51DB}"/>
              </a:ext>
            </a:extLst>
          </p:cNvPr>
          <p:cNvSpPr>
            <a:spLocks xmlns:a="http://schemas.openxmlformats.org/drawingml/2006/main" noGrp="1"/>
          </p:cNvSpPr>
          <p:nvPr/>
        </p:nvSpPr>
        <p:spPr>
          <a:xfrm xmlns:a="http://schemas.openxmlformats.org/drawingml/2006/main">
            <a:off x="6248400" y="3267075"/>
            <a:ext cx="38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44BC4"/>
                </a:solidFill>
                <a:latin typeface="Malgun Gothic"/>
                <a:ea typeface="Malgun Gothic"/>
                <a:cs typeface="Malgun Gothic"/>
              </a:defRPr>
            </a:pPr>
            <a:r>
              <a:rPr sz="1575" b="1">
                <a:solidFill>
                  <a:srgbClr val="244BC4"/>
                </a:solidFill>
                <a:latin typeface="Malgun Gothic"/>
                <a:ea typeface="Malgun Gothic"/>
                <a:cs typeface="Malgun Gothic"/>
              </a:rPr>
              <a:t>02</a:t>
            </a:r>
          </a:p>
        </p:txBody>
      </p:sp>
      <p:sp>
        <p:nvSpPr>
          <p:cNvPr id="13" name="text-26">
            <a:extLst xmlns:a="http://schemas.openxmlformats.org/drawingml/2006/main">
              <a:ext uri="{FF2B5EF4-FFF2-40B4-BE49-F238E27FC236}">
                <a16:creationId xmlns:a16="http://schemas.microsoft.com/office/drawing/2014/main" id="{D6E76FB1-3BBD-41CB-96DF-4F5FF51EB932}"/>
              </a:ext>
            </a:extLst>
          </p:cNvPr>
          <p:cNvSpPr>
            <a:spLocks xmlns:a="http://schemas.openxmlformats.org/drawingml/2006/main" noGrp="1"/>
          </p:cNvSpPr>
          <p:nvPr/>
        </p:nvSpPr>
        <p:spPr>
          <a:xfrm xmlns:a="http://schemas.openxmlformats.org/drawingml/2006/main">
            <a:off x="6743700" y="3267075"/>
            <a:ext cx="46958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171B24"/>
                </a:solidFill>
                <a:latin typeface="Malgun Gothic"/>
                <a:ea typeface="Malgun Gothic"/>
                <a:cs typeface="Malgun Gothic"/>
              </a:defRPr>
            </a:pPr>
            <a:r>
              <a:rPr sz="1800" b="1">
                <a:solidFill>
                  <a:srgbClr val="171B24"/>
                </a:solidFill>
                <a:latin typeface="Malgun Gothic"/>
                <a:ea typeface="Malgun Gothic"/>
                <a:cs typeface="Malgun Gothic"/>
              </a:rPr>
              <a:t>체감 조건이 중요한 선택</a:t>
            </a:r>
          </a:p>
        </p:txBody>
      </p:sp>
      <p:sp>
        <p:nvSpPr>
          <p:cNvPr id="14" name="text-27">
            <a:extLst xmlns:a="http://schemas.openxmlformats.org/drawingml/2006/main">
              <a:ext uri="{FF2B5EF4-FFF2-40B4-BE49-F238E27FC236}">
                <a16:creationId xmlns:a16="http://schemas.microsoft.com/office/drawing/2014/main" id="{0CA45845-36E8-414A-ADE5-B3370755D087}"/>
              </a:ext>
            </a:extLst>
          </p:cNvPr>
          <p:cNvSpPr>
            <a:spLocks xmlns:a="http://schemas.openxmlformats.org/drawingml/2006/main" noGrp="1"/>
          </p:cNvSpPr>
          <p:nvPr/>
        </p:nvSpPr>
        <p:spPr>
          <a:xfrm xmlns:a="http://schemas.openxmlformats.org/drawingml/2006/main">
            <a:off x="6743700" y="3695700"/>
            <a:ext cx="46958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5E6674"/>
                </a:solidFill>
                <a:latin typeface="Malgun Gothic"/>
                <a:ea typeface="Malgun Gothic"/>
                <a:cs typeface="Malgun Gothic"/>
              </a:defRPr>
            </a:pPr>
            <a:r>
              <a:rPr sz="1575" b="0">
                <a:solidFill>
                  <a:srgbClr val="5E6674"/>
                </a:solidFill>
                <a:latin typeface="Malgun Gothic"/>
                <a:ea typeface="Malgun Gothic"/>
                <a:cs typeface="Malgun Gothic"/>
              </a:rPr>
              <a:t>저소음·타건감·그립감이 중요한 사용자</a:t>
            </a:r>
          </a:p>
        </p:txBody>
      </p:sp>
      <p:sp>
        <p:nvSpPr>
          <p:cNvPr id="15" name="text-28">
            <a:extLst xmlns:a="http://schemas.openxmlformats.org/drawingml/2006/main">
              <a:ext uri="{FF2B5EF4-FFF2-40B4-BE49-F238E27FC236}">
                <a16:creationId xmlns:a16="http://schemas.microsoft.com/office/drawing/2014/main" id="{857A204D-2A88-482D-B503-D4D25A086540}"/>
              </a:ext>
            </a:extLst>
          </p:cNvPr>
          <p:cNvSpPr>
            <a:spLocks xmlns:a="http://schemas.openxmlformats.org/drawingml/2006/main" noGrp="1"/>
          </p:cNvSpPr>
          <p:nvPr/>
        </p:nvSpPr>
        <p:spPr>
          <a:xfrm xmlns:a="http://schemas.openxmlformats.org/drawingml/2006/main">
            <a:off x="6248400" y="4619625"/>
            <a:ext cx="38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44BC4"/>
                </a:solidFill>
                <a:latin typeface="Malgun Gothic"/>
                <a:ea typeface="Malgun Gothic"/>
                <a:cs typeface="Malgun Gothic"/>
              </a:defRPr>
            </a:pPr>
            <a:r>
              <a:rPr sz="1575" b="1">
                <a:solidFill>
                  <a:srgbClr val="244BC4"/>
                </a:solidFill>
                <a:latin typeface="Malgun Gothic"/>
                <a:ea typeface="Malgun Gothic"/>
                <a:cs typeface="Malgun Gothic"/>
              </a:rPr>
              <a:t>03</a:t>
            </a:r>
          </a:p>
        </p:txBody>
      </p:sp>
      <p:sp>
        <p:nvSpPr>
          <p:cNvPr id="16" name="text-29">
            <a:extLst xmlns:a="http://schemas.openxmlformats.org/drawingml/2006/main">
              <a:ext uri="{FF2B5EF4-FFF2-40B4-BE49-F238E27FC236}">
                <a16:creationId xmlns:a16="http://schemas.microsoft.com/office/drawing/2014/main" id="{09EF41B7-1F44-4758-A789-9BB05DEA11EF}"/>
              </a:ext>
            </a:extLst>
          </p:cNvPr>
          <p:cNvSpPr>
            <a:spLocks xmlns:a="http://schemas.openxmlformats.org/drawingml/2006/main" noGrp="1"/>
          </p:cNvSpPr>
          <p:nvPr/>
        </p:nvSpPr>
        <p:spPr>
          <a:xfrm xmlns:a="http://schemas.openxmlformats.org/drawingml/2006/main">
            <a:off x="6743700" y="4619625"/>
            <a:ext cx="46958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171B24"/>
                </a:solidFill>
                <a:latin typeface="Malgun Gothic"/>
                <a:ea typeface="Malgun Gothic"/>
                <a:cs typeface="Malgun Gothic"/>
              </a:defRPr>
            </a:pPr>
            <a:r>
              <a:rPr sz="1800" b="1">
                <a:solidFill>
                  <a:srgbClr val="171B24"/>
                </a:solidFill>
                <a:latin typeface="Malgun Gothic"/>
                <a:ea typeface="Malgun Gothic"/>
                <a:cs typeface="Malgun Gothic"/>
              </a:rPr>
              <a:t>구매 전 마지막 확인</a:t>
            </a:r>
          </a:p>
        </p:txBody>
      </p:sp>
      <p:sp>
        <p:nvSpPr>
          <p:cNvPr id="17" name="text-30">
            <a:extLst xmlns:a="http://schemas.openxmlformats.org/drawingml/2006/main">
              <a:ext uri="{FF2B5EF4-FFF2-40B4-BE49-F238E27FC236}">
                <a16:creationId xmlns:a16="http://schemas.microsoft.com/office/drawing/2014/main" id="{06617FD5-24C5-4702-8345-2685782F7A8D}"/>
              </a:ext>
            </a:extLst>
          </p:cNvPr>
          <p:cNvSpPr>
            <a:spLocks xmlns:a="http://schemas.openxmlformats.org/drawingml/2006/main" noGrp="1"/>
          </p:cNvSpPr>
          <p:nvPr/>
        </p:nvSpPr>
        <p:spPr>
          <a:xfrm xmlns:a="http://schemas.openxmlformats.org/drawingml/2006/main">
            <a:off x="6743700" y="5048250"/>
            <a:ext cx="46958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5E6674"/>
                </a:solidFill>
                <a:latin typeface="Malgun Gothic"/>
                <a:ea typeface="Malgun Gothic"/>
                <a:cs typeface="Malgun Gothic"/>
              </a:defRPr>
            </a:pPr>
            <a:r>
              <a:rPr sz="1575" b="0">
                <a:solidFill>
                  <a:srgbClr val="5E6674"/>
                </a:solidFill>
                <a:latin typeface="Malgun Gothic"/>
                <a:ea typeface="Malgun Gothic"/>
                <a:cs typeface="Malgun Gothic"/>
              </a:rPr>
              <a:t>이미 받은 견적의 가격·호환성 점검</a:t>
            </a:r>
          </a:p>
        </p:txBody>
      </p:sp>
    </p:spTree>
    <p:extLst>
      <p:ext uri="{BB962C8B-B14F-4D97-AF65-F5344CB8AC3E}">
        <p14:creationId xmlns:p14="http://schemas.microsoft.com/office/powerpoint/2010/main" val="99574362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31">
            <a:extLst xmlns:a="http://schemas.openxmlformats.org/drawingml/2006/main">
              <a:ext uri="{FF2B5EF4-FFF2-40B4-BE49-F238E27FC236}">
                <a16:creationId xmlns:a16="http://schemas.microsoft.com/office/drawing/2014/main" id="{C7014D97-24AA-4277-A4D4-D6C68643999B}"/>
              </a:ext>
            </a:extLst>
          </p:cNvPr>
          <p:cNvSpPr>
            <a:spLocks xmlns:a="http://schemas.openxmlformats.org/drawingml/2006/main" noGrp="1"/>
          </p:cNvSpPr>
          <p:nvPr/>
        </p:nvSpPr>
        <p:spPr>
          <a:xfrm xmlns:a="http://schemas.openxmlformats.org/drawingml/2006/main">
            <a:off x="609600" y="447675"/>
            <a:ext cx="10953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1">
                <a:solidFill>
                  <a:srgbClr val="171B24"/>
                </a:solidFill>
                <a:latin typeface="Malgun Gothic"/>
                <a:ea typeface="Malgun Gothic"/>
                <a:cs typeface="Malgun Gothic"/>
              </a:defRPr>
            </a:pPr>
            <a:r>
              <a:rPr sz="2700" b="1">
                <a:solidFill>
                  <a:srgbClr val="171B24"/>
                </a:solidFill>
                <a:latin typeface="Malgun Gothic"/>
                <a:ea typeface="Malgun Gothic"/>
                <a:cs typeface="Malgun Gothic"/>
              </a:rPr>
              <a:t>TrueFit 서비스 구조</a:t>
            </a:r>
          </a:p>
        </p:txBody>
      </p:sp>
      <p:sp>
        <p:nvSpPr>
          <p:cNvPr id="2" name="text-32">
            <a:extLst xmlns:a="http://schemas.openxmlformats.org/drawingml/2006/main">
              <a:ext uri="{FF2B5EF4-FFF2-40B4-BE49-F238E27FC236}">
                <a16:creationId xmlns:a16="http://schemas.microsoft.com/office/drawing/2014/main" id="{79A53122-4B09-4A94-9179-8AC9C0A64BD4}"/>
              </a:ext>
            </a:extLst>
          </p:cNvPr>
          <p:cNvSpPr>
            <a:spLocks xmlns:a="http://schemas.openxmlformats.org/drawingml/2006/main" noGrp="1"/>
          </p:cNvSpPr>
          <p:nvPr/>
        </p:nvSpPr>
        <p:spPr>
          <a:xfrm xmlns:a="http://schemas.openxmlformats.org/drawingml/2006/main">
            <a:off x="628650" y="11049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E6674"/>
                </a:solidFill>
                <a:latin typeface="Malgun Gothic"/>
                <a:ea typeface="Malgun Gothic"/>
                <a:cs typeface="Malgun Gothic"/>
              </a:defRPr>
            </a:pPr>
            <a:r>
              <a:rPr sz="1500" b="0">
                <a:solidFill>
                  <a:srgbClr val="5E6674"/>
                </a:solidFill>
                <a:latin typeface="Malgun Gothic"/>
                <a:ea typeface="Malgun Gothic"/>
                <a:cs typeface="Malgun Gothic"/>
              </a:rPr>
              <a:t>서로 다른 구매 출발점을 하나의 구매 계획으로 연결합니다</a:t>
            </a:r>
          </a:p>
        </p:txBody>
      </p:sp>
      <p:sp>
        <p:nvSpPr>
          <p:cNvPr id="3" name="">
            <a:extLst xmlns:a="http://schemas.openxmlformats.org/drawingml/2006/main">
              <a:ext uri="{FF2B5EF4-FFF2-40B4-BE49-F238E27FC236}">
                <a16:creationId xmlns:a16="http://schemas.microsoft.com/office/drawing/2014/main" id="{A1CEE1C4-399B-46F5-96F3-97A7D14196BA}"/>
              </a:ext>
            </a:extLst>
          </p:cNvPr>
          <p:cNvSpPr>
            <a:spLocks xmlns:a="http://schemas.openxmlformats.org/drawingml/2006/main" noGrp="1"/>
          </p:cNvSpPr>
          <p:nvPr/>
        </p:nvSpPr>
        <p:spPr>
          <a:xfrm xmlns:a="http://schemas.openxmlformats.org/drawingml/2006/main">
            <a:off x="609600" y="6362700"/>
            <a:ext cx="10972800" cy="0"/>
          </a:xfrm>
          <a:prstGeom xmlns:a="http://schemas.openxmlformats.org/drawingml/2006/main" prst="line">
            <a:avLst/>
          </a:prstGeom>
          <a:noFill xmlns:a="http://schemas.openxmlformats.org/drawingml/2006/main"/>
          <a:ln xmlns:a="http://schemas.openxmlformats.org/drawingml/2006/main" w="9525">
            <a:solidFill>
              <a:srgbClr val="DDE2EA"/>
            </a:solidFill>
          </a:ln>
        </p:spPr>
      </p:sp>
      <p:sp>
        <p:nvSpPr>
          <p:cNvPr id="4" name="text-33">
            <a:extLst xmlns:a="http://schemas.openxmlformats.org/drawingml/2006/main">
              <a:ext uri="{FF2B5EF4-FFF2-40B4-BE49-F238E27FC236}">
                <a16:creationId xmlns:a16="http://schemas.microsoft.com/office/drawing/2014/main" id="{65A503B5-2A86-4B99-8D28-80747588FC32}"/>
              </a:ext>
            </a:extLst>
          </p:cNvPr>
          <p:cNvSpPr>
            <a:spLocks xmlns:a="http://schemas.openxmlformats.org/drawingml/2006/main" noGrp="1"/>
          </p:cNvSpPr>
          <p:nvPr/>
        </p:nvSpPr>
        <p:spPr>
          <a:xfrm xmlns:a="http://schemas.openxmlformats.org/drawingml/2006/main">
            <a:off x="609600" y="6505575"/>
            <a:ext cx="1333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5E6674"/>
                </a:solidFill>
                <a:latin typeface="Malgun Gothic"/>
                <a:ea typeface="Malgun Gothic"/>
                <a:cs typeface="Malgun Gothic"/>
              </a:defRPr>
            </a:pPr>
            <a:r>
              <a:rPr sz="975" b="1">
                <a:solidFill>
                  <a:srgbClr val="5E6674"/>
                </a:solidFill>
                <a:latin typeface="Malgun Gothic"/>
                <a:ea typeface="Malgun Gothic"/>
                <a:cs typeface="Malgun Gothic"/>
              </a:rPr>
              <a:t>TrueFit</a:t>
            </a:r>
          </a:p>
        </p:txBody>
      </p:sp>
      <p:sp>
        <p:nvSpPr>
          <p:cNvPr id="5" name="text-34">
            <a:extLst xmlns:a="http://schemas.openxmlformats.org/drawingml/2006/main">
              <a:ext uri="{FF2B5EF4-FFF2-40B4-BE49-F238E27FC236}">
                <a16:creationId xmlns:a16="http://schemas.microsoft.com/office/drawing/2014/main" id="{2C0D2396-6F5D-4012-AD06-4F7BA4AA3585}"/>
              </a:ext>
            </a:extLst>
          </p:cNvPr>
          <p:cNvSpPr>
            <a:spLocks xmlns:a="http://schemas.openxmlformats.org/drawingml/2006/main" noGrp="1"/>
          </p:cNvSpPr>
          <p:nvPr/>
        </p:nvSpPr>
        <p:spPr>
          <a:xfrm xmlns:a="http://schemas.openxmlformats.org/drawingml/2006/main">
            <a:off x="11144250" y="6486525"/>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E6674"/>
                </a:solidFill>
                <a:latin typeface="Malgun Gothic"/>
                <a:ea typeface="Malgun Gothic"/>
                <a:cs typeface="Malgun Gothic"/>
              </a:defRPr>
            </a:pPr>
            <a:r>
              <a:rPr sz="1125" b="0">
                <a:solidFill>
                  <a:srgbClr val="5E6674"/>
                </a:solidFill>
                <a:latin typeface="Malgun Gothic"/>
                <a:ea typeface="Malgun Gothic"/>
                <a:cs typeface="Malgun Gothic"/>
              </a:rPr>
              <a:t>04</a:t>
            </a:r>
          </a:p>
        </p:txBody>
      </p:sp>
      <p:sp>
        <p:nvSpPr>
          <p:cNvPr id="6" name="">
            <a:extLst xmlns:a="http://schemas.openxmlformats.org/drawingml/2006/main">
              <a:ext uri="{FF2B5EF4-FFF2-40B4-BE49-F238E27FC236}">
                <a16:creationId xmlns:a16="http://schemas.microsoft.com/office/drawing/2014/main" id="{221A2E9D-1CD8-4B25-AFA3-A9C2B2AA5A02}"/>
              </a:ext>
            </a:extLst>
          </p:cNvPr>
          <p:cNvSpPr>
            <a:spLocks xmlns:a="http://schemas.openxmlformats.org/drawingml/2006/main" noGrp="1"/>
          </p:cNvSpPr>
          <p:nvPr/>
        </p:nvSpPr>
        <p:spPr>
          <a:xfrm xmlns:a="http://schemas.openxmlformats.org/drawingml/2006/main">
            <a:off x="609600" y="1924050"/>
            <a:ext cx="3267075" cy="714375"/>
          </a:xfrm>
          <a:prstGeom xmlns:a="http://schemas.openxmlformats.org/drawingml/2006/main" prst="rect">
            <a:avLst/>
          </a:prstGeom>
          <a:solidFill xmlns:a="http://schemas.openxmlformats.org/drawingml/2006/main">
            <a:srgbClr val="EEF2FC"/>
          </a:solidFill>
          <a:ln xmlns:a="http://schemas.openxmlformats.org/drawingml/2006/main" w="0">
            <a:noFill/>
          </a:ln>
        </p:spPr>
        <p:txBody>
          <a:bodyPr xmlns:a="http://schemas.openxmlformats.org/drawingml/2006/main" lIns="95250" tIns="66675" rIns="95250" bIns="66675" anchor="ctr"/>
          <a:lstStyle xmlns:a="http://schemas.openxmlformats.org/drawingml/2006/main"/>
          <a:p xmlns:a="http://schemas.openxmlformats.org/drawingml/2006/main">
            <a:pPr algn="ctr">
              <a:defRPr sz="1650" b="1">
                <a:solidFill>
                  <a:srgbClr val="171B24"/>
                </a:solidFill>
                <a:latin typeface="Malgun Gothic"/>
                <a:ea typeface="Malgun Gothic"/>
                <a:cs typeface="Malgun Gothic"/>
              </a:defRPr>
            </a:pPr>
            <a:r>
              <a:rPr sz="1650" b="1">
                <a:solidFill>
                  <a:srgbClr val="171B24"/>
                </a:solidFill>
                <a:latin typeface="Malgun Gothic"/>
                <a:ea typeface="Malgun Gothic"/>
                <a:cs typeface="Malgun Gothic"/>
              </a:rPr>
              <a:t>새 PC 본체</a:t>
            </a:r>
          </a:p>
        </p:txBody>
      </p:sp>
      <p:sp>
        <p:nvSpPr>
          <p:cNvPr id="7" name="">
            <a:extLst xmlns:a="http://schemas.openxmlformats.org/drawingml/2006/main">
              <a:ext uri="{FF2B5EF4-FFF2-40B4-BE49-F238E27FC236}">
                <a16:creationId xmlns:a16="http://schemas.microsoft.com/office/drawing/2014/main" id="{395691D9-08D6-43B3-B352-E267161E225A}"/>
              </a:ext>
            </a:extLst>
          </p:cNvPr>
          <p:cNvSpPr>
            <a:spLocks xmlns:a="http://schemas.openxmlformats.org/drawingml/2006/main" noGrp="1"/>
          </p:cNvSpPr>
          <p:nvPr/>
        </p:nvSpPr>
        <p:spPr>
          <a:xfrm xmlns:a="http://schemas.openxmlformats.org/drawingml/2006/main">
            <a:off x="4457700" y="1924050"/>
            <a:ext cx="3267075" cy="714375"/>
          </a:xfrm>
          <a:prstGeom xmlns:a="http://schemas.openxmlformats.org/drawingml/2006/main" prst="rect">
            <a:avLst/>
          </a:prstGeom>
          <a:solidFill xmlns:a="http://schemas.openxmlformats.org/drawingml/2006/main">
            <a:srgbClr val="EEF2FC"/>
          </a:solidFill>
          <a:ln xmlns:a="http://schemas.openxmlformats.org/drawingml/2006/main" w="0">
            <a:noFill/>
          </a:ln>
        </p:spPr>
        <p:txBody>
          <a:bodyPr xmlns:a="http://schemas.openxmlformats.org/drawingml/2006/main" lIns="95250" tIns="66675" rIns="95250" bIns="66675" anchor="ctr"/>
          <a:lstStyle xmlns:a="http://schemas.openxmlformats.org/drawingml/2006/main"/>
          <a:p xmlns:a="http://schemas.openxmlformats.org/drawingml/2006/main">
            <a:pPr algn="ctr">
              <a:defRPr sz="1650" b="1">
                <a:solidFill>
                  <a:srgbClr val="171B24"/>
                </a:solidFill>
                <a:latin typeface="Malgun Gothic"/>
                <a:ea typeface="Malgun Gothic"/>
                <a:cs typeface="Malgun Gothic"/>
              </a:defRPr>
            </a:pPr>
            <a:r>
              <a:rPr sz="1650" b="1">
                <a:solidFill>
                  <a:srgbClr val="171B24"/>
                </a:solidFill>
                <a:latin typeface="Malgun Gothic"/>
                <a:ea typeface="Malgun Gothic"/>
                <a:cs typeface="Malgun Gothic"/>
              </a:rPr>
              <a:t>받은 견적 점검</a:t>
            </a:r>
          </a:p>
        </p:txBody>
      </p:sp>
      <p:sp>
        <p:nvSpPr>
          <p:cNvPr id="8" name="">
            <a:extLst xmlns:a="http://schemas.openxmlformats.org/drawingml/2006/main">
              <a:ext uri="{FF2B5EF4-FFF2-40B4-BE49-F238E27FC236}">
                <a16:creationId xmlns:a16="http://schemas.microsoft.com/office/drawing/2014/main" id="{01740D25-AB49-4A58-A6FF-9E4ABAA71E97}"/>
              </a:ext>
            </a:extLst>
          </p:cNvPr>
          <p:cNvSpPr>
            <a:spLocks xmlns:a="http://schemas.openxmlformats.org/drawingml/2006/main" noGrp="1"/>
          </p:cNvSpPr>
          <p:nvPr/>
        </p:nvSpPr>
        <p:spPr>
          <a:xfrm xmlns:a="http://schemas.openxmlformats.org/drawingml/2006/main">
            <a:off x="8315325" y="1924050"/>
            <a:ext cx="3267075" cy="714375"/>
          </a:xfrm>
          <a:prstGeom xmlns:a="http://schemas.openxmlformats.org/drawingml/2006/main" prst="rect">
            <a:avLst/>
          </a:prstGeom>
          <a:solidFill xmlns:a="http://schemas.openxmlformats.org/drawingml/2006/main">
            <a:srgbClr val="EEF2FC"/>
          </a:solidFill>
          <a:ln xmlns:a="http://schemas.openxmlformats.org/drawingml/2006/main" w="0">
            <a:noFill/>
          </a:ln>
        </p:spPr>
        <p:txBody>
          <a:bodyPr xmlns:a="http://schemas.openxmlformats.org/drawingml/2006/main" lIns="95250" tIns="66675" rIns="95250" bIns="66675" anchor="ctr"/>
          <a:lstStyle xmlns:a="http://schemas.openxmlformats.org/drawingml/2006/main"/>
          <a:p xmlns:a="http://schemas.openxmlformats.org/drawingml/2006/main">
            <a:pPr algn="ctr">
              <a:defRPr sz="1650" b="1">
                <a:solidFill>
                  <a:srgbClr val="171B24"/>
                </a:solidFill>
                <a:latin typeface="Malgun Gothic"/>
                <a:ea typeface="Malgun Gothic"/>
                <a:cs typeface="Malgun Gothic"/>
              </a:defRPr>
            </a:pPr>
            <a:r>
              <a:rPr sz="1650" b="1">
                <a:solidFill>
                  <a:srgbClr val="171B24"/>
                </a:solidFill>
                <a:latin typeface="Malgun Gothic"/>
                <a:ea typeface="Malgun Gothic"/>
                <a:cs typeface="Malgun Gothic"/>
              </a:rPr>
              <a:t>주변기기 견적</a:t>
            </a:r>
          </a:p>
        </p:txBody>
      </p:sp>
      <p:sp>
        <p:nvSpPr>
          <p:cNvPr id="9" name="text-35">
            <a:extLst xmlns:a="http://schemas.openxmlformats.org/drawingml/2006/main">
              <a:ext uri="{FF2B5EF4-FFF2-40B4-BE49-F238E27FC236}">
                <a16:creationId xmlns:a16="http://schemas.microsoft.com/office/drawing/2014/main" id="{F1FB0610-15D6-4BDE-930B-97D090F9A5C9}"/>
              </a:ext>
            </a:extLst>
          </p:cNvPr>
          <p:cNvSpPr>
            <a:spLocks xmlns:a="http://schemas.openxmlformats.org/drawingml/2006/main" noGrp="1"/>
          </p:cNvSpPr>
          <p:nvPr/>
        </p:nvSpPr>
        <p:spPr>
          <a:xfrm xmlns:a="http://schemas.openxmlformats.org/drawingml/2006/main">
            <a:off x="809625" y="2876550"/>
            <a:ext cx="2952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5E6674"/>
                </a:solidFill>
                <a:latin typeface="Malgun Gothic"/>
                <a:ea typeface="Malgun Gothic"/>
                <a:cs typeface="Malgun Gothic"/>
              </a:defRPr>
            </a:pPr>
            <a:r>
              <a:rPr sz="1725" b="0">
                <a:solidFill>
                  <a:srgbClr val="5E6674"/>
                </a:solidFill>
                <a:latin typeface="Malgun Gothic"/>
                <a:ea typeface="Malgun Gothic"/>
                <a:cs typeface="Malgun Gothic"/>
              </a:rPr>
              <a:t>용도와 예산으로</a:t>
            </a:r>
          </a:p>
          <a:p xmlns:a="http://schemas.openxmlformats.org/drawingml/2006/main">
            <a:pPr>
              <a:defRPr sz="1725" b="0">
                <a:solidFill>
                  <a:srgbClr val="5E6674"/>
                </a:solidFill>
                <a:latin typeface="Malgun Gothic"/>
                <a:ea typeface="Malgun Gothic"/>
                <a:cs typeface="Malgun Gothic"/>
              </a:defRPr>
            </a:pPr>
            <a:r>
              <a:rPr sz="1725" b="0">
                <a:solidFill>
                  <a:srgbClr val="5E6674"/>
                </a:solidFill>
                <a:latin typeface="Malgun Gothic"/>
                <a:ea typeface="Malgun Gothic"/>
                <a:cs typeface="Malgun Gothic"/>
              </a:rPr>
              <a:t>부품 8종 구성</a:t>
            </a:r>
          </a:p>
        </p:txBody>
      </p:sp>
      <p:sp>
        <p:nvSpPr>
          <p:cNvPr id="10" name="text-36">
            <a:extLst xmlns:a="http://schemas.openxmlformats.org/drawingml/2006/main">
              <a:ext uri="{FF2B5EF4-FFF2-40B4-BE49-F238E27FC236}">
                <a16:creationId xmlns:a16="http://schemas.microsoft.com/office/drawing/2014/main" id="{D1E89CF1-043F-4068-B1A3-266B17A2D8EA}"/>
              </a:ext>
            </a:extLst>
          </p:cNvPr>
          <p:cNvSpPr>
            <a:spLocks xmlns:a="http://schemas.openxmlformats.org/drawingml/2006/main" noGrp="1"/>
          </p:cNvSpPr>
          <p:nvPr/>
        </p:nvSpPr>
        <p:spPr>
          <a:xfrm xmlns:a="http://schemas.openxmlformats.org/drawingml/2006/main">
            <a:off x="4657725" y="2876550"/>
            <a:ext cx="2952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5E6674"/>
                </a:solidFill>
                <a:latin typeface="Malgun Gothic"/>
                <a:ea typeface="Malgun Gothic"/>
                <a:cs typeface="Malgun Gothic"/>
              </a:defRPr>
            </a:pPr>
            <a:r>
              <a:rPr sz="1725" b="0">
                <a:solidFill>
                  <a:srgbClr val="5E6674"/>
                </a:solidFill>
                <a:latin typeface="Malgun Gothic"/>
                <a:ea typeface="Malgun Gothic"/>
                <a:cs typeface="Malgun Gothic"/>
              </a:rPr>
              <a:t>이미지·텍스트 인식</a:t>
            </a:r>
          </a:p>
          <a:p xmlns:a="http://schemas.openxmlformats.org/drawingml/2006/main">
            <a:pPr>
              <a:defRPr sz="1725" b="0">
                <a:solidFill>
                  <a:srgbClr val="5E6674"/>
                </a:solidFill>
                <a:latin typeface="Malgun Gothic"/>
                <a:ea typeface="Malgun Gothic"/>
                <a:cs typeface="Malgun Gothic"/>
              </a:defRPr>
            </a:pPr>
            <a:r>
              <a:rPr sz="1725" b="0">
                <a:solidFill>
                  <a:srgbClr val="5E6674"/>
                </a:solidFill>
                <a:latin typeface="Malgun Gothic"/>
                <a:ea typeface="Malgun Gothic"/>
                <a:cs typeface="Malgun Gothic"/>
              </a:rPr>
              <a:t>가격과 호환성 비교</a:t>
            </a:r>
          </a:p>
        </p:txBody>
      </p:sp>
      <p:sp>
        <p:nvSpPr>
          <p:cNvPr id="11" name="text-37">
            <a:extLst xmlns:a="http://schemas.openxmlformats.org/drawingml/2006/main">
              <a:ext uri="{FF2B5EF4-FFF2-40B4-BE49-F238E27FC236}">
                <a16:creationId xmlns:a16="http://schemas.microsoft.com/office/drawing/2014/main" id="{49EC12E0-5BD9-421C-B898-A39BE411C5B7}"/>
              </a:ext>
            </a:extLst>
          </p:cNvPr>
          <p:cNvSpPr>
            <a:spLocks xmlns:a="http://schemas.openxmlformats.org/drawingml/2006/main" noGrp="1"/>
          </p:cNvSpPr>
          <p:nvPr/>
        </p:nvSpPr>
        <p:spPr>
          <a:xfrm xmlns:a="http://schemas.openxmlformats.org/drawingml/2006/main">
            <a:off x="8524875" y="2876550"/>
            <a:ext cx="2952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5E6674"/>
                </a:solidFill>
                <a:latin typeface="Malgun Gothic"/>
                <a:ea typeface="Malgun Gothic"/>
                <a:cs typeface="Malgun Gothic"/>
              </a:defRPr>
            </a:pPr>
            <a:r>
              <a:rPr sz="1725" b="0">
                <a:solidFill>
                  <a:srgbClr val="5E6674"/>
                </a:solidFill>
                <a:latin typeface="Malgun Gothic"/>
                <a:ea typeface="Malgun Gothic"/>
                <a:cs typeface="Malgun Gothic"/>
              </a:rPr>
              <a:t>사양과 체감 조건으로</a:t>
            </a:r>
          </a:p>
          <a:p xmlns:a="http://schemas.openxmlformats.org/drawingml/2006/main">
            <a:pPr>
              <a:defRPr sz="1725" b="0">
                <a:solidFill>
                  <a:srgbClr val="5E6674"/>
                </a:solidFill>
                <a:latin typeface="Malgun Gothic"/>
                <a:ea typeface="Malgun Gothic"/>
                <a:cs typeface="Malgun Gothic"/>
              </a:defRPr>
            </a:pPr>
            <a:r>
              <a:rPr sz="1725" b="0">
                <a:solidFill>
                  <a:srgbClr val="5E6674"/>
                </a:solidFill>
                <a:latin typeface="Malgun Gothic"/>
                <a:ea typeface="Malgun Gothic"/>
                <a:cs typeface="Malgun Gothic"/>
              </a:rPr>
              <a:t>필요한 품목 선택</a:t>
            </a:r>
          </a:p>
        </p:txBody>
      </p:sp>
      <p:sp>
        <p:nvSpPr>
          <p:cNvPr id="12" name="">
            <a:extLst xmlns:a="http://schemas.openxmlformats.org/drawingml/2006/main">
              <a:ext uri="{FF2B5EF4-FFF2-40B4-BE49-F238E27FC236}">
                <a16:creationId xmlns:a16="http://schemas.microsoft.com/office/drawing/2014/main" id="{85B764A1-3F4C-40D7-8300-220F00FB24BE}"/>
              </a:ext>
            </a:extLst>
          </p:cNvPr>
          <p:cNvSpPr>
            <a:spLocks xmlns:a="http://schemas.openxmlformats.org/drawingml/2006/main" noGrp="1"/>
          </p:cNvSpPr>
          <p:nvPr/>
        </p:nvSpPr>
        <p:spPr>
          <a:xfrm xmlns:a="http://schemas.openxmlformats.org/drawingml/2006/main">
            <a:off x="2114550" y="3762375"/>
            <a:ext cx="247650" cy="295275"/>
          </a:xfrm>
          <a:prstGeom xmlns:a="http://schemas.openxmlformats.org/drawingml/2006/main" prst="downArrow">
            <a:avLst/>
          </a:prstGeom>
          <a:solidFill xmlns:a="http://schemas.openxmlformats.org/drawingml/2006/main">
            <a:srgbClr val="244BC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9CB7B74-7EDF-4852-8D03-5B24C9A9FB0D}"/>
              </a:ext>
            </a:extLst>
          </p:cNvPr>
          <p:cNvSpPr>
            <a:spLocks xmlns:a="http://schemas.openxmlformats.org/drawingml/2006/main" noGrp="1"/>
          </p:cNvSpPr>
          <p:nvPr/>
        </p:nvSpPr>
        <p:spPr>
          <a:xfrm xmlns:a="http://schemas.openxmlformats.org/drawingml/2006/main">
            <a:off x="5972175" y="3762375"/>
            <a:ext cx="247650" cy="295275"/>
          </a:xfrm>
          <a:prstGeom xmlns:a="http://schemas.openxmlformats.org/drawingml/2006/main" prst="downArrow">
            <a:avLst/>
          </a:prstGeom>
          <a:solidFill xmlns:a="http://schemas.openxmlformats.org/drawingml/2006/main">
            <a:srgbClr val="244BC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D88BCBD-33CC-48EF-9319-10DA46B43EA3}"/>
              </a:ext>
            </a:extLst>
          </p:cNvPr>
          <p:cNvSpPr>
            <a:spLocks xmlns:a="http://schemas.openxmlformats.org/drawingml/2006/main" noGrp="1"/>
          </p:cNvSpPr>
          <p:nvPr/>
        </p:nvSpPr>
        <p:spPr>
          <a:xfrm xmlns:a="http://schemas.openxmlformats.org/drawingml/2006/main">
            <a:off x="9829800" y="3762375"/>
            <a:ext cx="247650" cy="295275"/>
          </a:xfrm>
          <a:prstGeom xmlns:a="http://schemas.openxmlformats.org/drawingml/2006/main" prst="downArrow">
            <a:avLst/>
          </a:prstGeom>
          <a:solidFill xmlns:a="http://schemas.openxmlformats.org/drawingml/2006/main">
            <a:srgbClr val="244BC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A34E12C-EC7E-4AF2-9AB4-5D20CD2D5B6E}"/>
              </a:ext>
            </a:extLst>
          </p:cNvPr>
          <p:cNvSpPr>
            <a:spLocks xmlns:a="http://schemas.openxmlformats.org/drawingml/2006/main" noGrp="1"/>
          </p:cNvSpPr>
          <p:nvPr/>
        </p:nvSpPr>
        <p:spPr>
          <a:xfrm xmlns:a="http://schemas.openxmlformats.org/drawingml/2006/main">
            <a:off x="609600" y="4286250"/>
            <a:ext cx="10972800" cy="685800"/>
          </a:xfrm>
          <a:prstGeom xmlns:a="http://schemas.openxmlformats.org/drawingml/2006/main" prst="rect">
            <a:avLst/>
          </a:prstGeom>
          <a:solidFill xmlns:a="http://schemas.openxmlformats.org/drawingml/2006/main">
            <a:srgbClr val="244BC4"/>
          </a:solidFill>
          <a:ln xmlns:a="http://schemas.openxmlformats.org/drawingml/2006/main" w="0">
            <a:noFill/>
          </a:ln>
        </p:spPr>
        <p:txBody>
          <a:bodyPr xmlns:a="http://schemas.openxmlformats.org/drawingml/2006/main" lIns="95250" tIns="66675" rIns="95250" bIns="66675" anchor="ctr"/>
          <a:lstStyle xmlns:a="http://schemas.openxmlformats.org/drawingml/2006/main"/>
          <a:p xmlns:a="http://schemas.openxmlformats.org/drawingml/2006/main">
            <a:pPr algn="ctr">
              <a:defRPr sz="1650" b="1">
                <a:solidFill>
                  <a:srgbClr val="FFFFFF"/>
                </a:solidFill>
                <a:latin typeface="Malgun Gothic"/>
                <a:ea typeface="Malgun Gothic"/>
                <a:cs typeface="Malgun Gothic"/>
              </a:defRPr>
            </a:pPr>
            <a:r>
              <a:rPr sz="1650" b="1">
                <a:solidFill>
                  <a:srgbClr val="FFFFFF"/>
                </a:solidFill>
                <a:latin typeface="Malgun Gothic"/>
                <a:ea typeface="Malgun Gothic"/>
                <a:cs typeface="Malgun Gothic"/>
              </a:rPr>
              <a:t>통합 장바구니와 구매 리포트</a:t>
            </a:r>
          </a:p>
        </p:txBody>
      </p:sp>
      <p:sp>
        <p:nvSpPr>
          <p:cNvPr id="16" name="text-38">
            <a:extLst xmlns:a="http://schemas.openxmlformats.org/drawingml/2006/main">
              <a:ext uri="{FF2B5EF4-FFF2-40B4-BE49-F238E27FC236}">
                <a16:creationId xmlns:a16="http://schemas.microsoft.com/office/drawing/2014/main" id="{7B5E9BB1-F103-4AB5-AA63-9089E8D9C28B}"/>
              </a:ext>
            </a:extLst>
          </p:cNvPr>
          <p:cNvSpPr>
            <a:spLocks xmlns:a="http://schemas.openxmlformats.org/drawingml/2006/main" noGrp="1"/>
          </p:cNvSpPr>
          <p:nvPr/>
        </p:nvSpPr>
        <p:spPr>
          <a:xfrm xmlns:a="http://schemas.openxmlformats.org/drawingml/2006/main">
            <a:off x="2190750" y="5372100"/>
            <a:ext cx="8096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E6674"/>
                </a:solidFill>
                <a:latin typeface="Malgun Gothic"/>
                <a:ea typeface="Malgun Gothic"/>
                <a:cs typeface="Malgun Gothic"/>
              </a:defRPr>
            </a:pPr>
            <a:r>
              <a:rPr sz="1650" b="0">
                <a:solidFill>
                  <a:srgbClr val="5E6674"/>
                </a:solidFill>
                <a:latin typeface="Malgun Gothic"/>
                <a:ea typeface="Malgun Gothic"/>
                <a:cs typeface="Malgun Gothic"/>
              </a:rPr>
              <a:t>판매처 연결     /     맞춤 조립 가이드     /     저장한 대화 이어가기</a:t>
            </a:r>
          </a:p>
        </p:txBody>
      </p:sp>
    </p:spTree>
    <p:extLst>
      <p:ext uri="{BB962C8B-B14F-4D97-AF65-F5344CB8AC3E}">
        <p14:creationId xmlns:p14="http://schemas.microsoft.com/office/powerpoint/2010/main" val="74489287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39">
            <a:extLst xmlns:a="http://schemas.openxmlformats.org/drawingml/2006/main">
              <a:ext uri="{FF2B5EF4-FFF2-40B4-BE49-F238E27FC236}">
                <a16:creationId xmlns:a16="http://schemas.microsoft.com/office/drawing/2014/main" id="{73A1F4B0-0787-4997-8CDD-BFE45AF76AD5}"/>
              </a:ext>
            </a:extLst>
          </p:cNvPr>
          <p:cNvSpPr>
            <a:spLocks xmlns:a="http://schemas.openxmlformats.org/drawingml/2006/main" noGrp="1"/>
          </p:cNvSpPr>
          <p:nvPr/>
        </p:nvSpPr>
        <p:spPr>
          <a:xfrm xmlns:a="http://schemas.openxmlformats.org/drawingml/2006/main">
            <a:off x="609600" y="447675"/>
            <a:ext cx="10953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1">
                <a:solidFill>
                  <a:srgbClr val="171B24"/>
                </a:solidFill>
                <a:latin typeface="Malgun Gothic"/>
                <a:ea typeface="Malgun Gothic"/>
                <a:cs typeface="Malgun Gothic"/>
              </a:defRPr>
            </a:pPr>
            <a:r>
              <a:rPr sz="2700" b="1">
                <a:solidFill>
                  <a:srgbClr val="171B24"/>
                </a:solidFill>
                <a:latin typeface="Malgun Gothic"/>
                <a:ea typeface="Malgun Gothic"/>
                <a:cs typeface="Malgun Gothic"/>
              </a:rPr>
              <a:t>하나로 연결된 구매 여정</a:t>
            </a:r>
          </a:p>
        </p:txBody>
      </p:sp>
      <p:sp>
        <p:nvSpPr>
          <p:cNvPr id="2" name="text-40">
            <a:extLst xmlns:a="http://schemas.openxmlformats.org/drawingml/2006/main">
              <a:ext uri="{FF2B5EF4-FFF2-40B4-BE49-F238E27FC236}">
                <a16:creationId xmlns:a16="http://schemas.microsoft.com/office/drawing/2014/main" id="{0BFD3841-270E-4815-8629-79EA76BA8224}"/>
              </a:ext>
            </a:extLst>
          </p:cNvPr>
          <p:cNvSpPr>
            <a:spLocks xmlns:a="http://schemas.openxmlformats.org/drawingml/2006/main" noGrp="1"/>
          </p:cNvSpPr>
          <p:nvPr/>
        </p:nvSpPr>
        <p:spPr>
          <a:xfrm xmlns:a="http://schemas.openxmlformats.org/drawingml/2006/main">
            <a:off x="628650" y="11049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E6674"/>
                </a:solidFill>
                <a:latin typeface="Malgun Gothic"/>
                <a:ea typeface="Malgun Gothic"/>
                <a:cs typeface="Malgun Gothic"/>
              </a:defRPr>
            </a:pPr>
            <a:r>
              <a:rPr sz="1500" b="0">
                <a:solidFill>
                  <a:srgbClr val="5E6674"/>
                </a:solidFill>
                <a:latin typeface="Malgun Gothic"/>
                <a:ea typeface="Malgun Gothic"/>
                <a:cs typeface="Malgun Gothic"/>
              </a:rPr>
              <a:t>조건을 말하고, 추천의 이유를 확인하며, 원하는 구성으로 수정합니다</a:t>
            </a:r>
          </a:p>
        </p:txBody>
      </p:sp>
      <p:sp>
        <p:nvSpPr>
          <p:cNvPr id="3" name="">
            <a:extLst xmlns:a="http://schemas.openxmlformats.org/drawingml/2006/main">
              <a:ext uri="{FF2B5EF4-FFF2-40B4-BE49-F238E27FC236}">
                <a16:creationId xmlns:a16="http://schemas.microsoft.com/office/drawing/2014/main" id="{08036A07-F5A8-4FEF-9C35-F765F7F72969}"/>
              </a:ext>
            </a:extLst>
          </p:cNvPr>
          <p:cNvSpPr>
            <a:spLocks xmlns:a="http://schemas.openxmlformats.org/drawingml/2006/main" noGrp="1"/>
          </p:cNvSpPr>
          <p:nvPr/>
        </p:nvSpPr>
        <p:spPr>
          <a:xfrm xmlns:a="http://schemas.openxmlformats.org/drawingml/2006/main">
            <a:off x="609600" y="6362700"/>
            <a:ext cx="10972800" cy="0"/>
          </a:xfrm>
          <a:prstGeom xmlns:a="http://schemas.openxmlformats.org/drawingml/2006/main" prst="line">
            <a:avLst/>
          </a:prstGeom>
          <a:noFill xmlns:a="http://schemas.openxmlformats.org/drawingml/2006/main"/>
          <a:ln xmlns:a="http://schemas.openxmlformats.org/drawingml/2006/main" w="9525">
            <a:solidFill>
              <a:srgbClr val="DDE2EA"/>
            </a:solidFill>
          </a:ln>
        </p:spPr>
      </p:sp>
      <p:sp>
        <p:nvSpPr>
          <p:cNvPr id="4" name="text-41">
            <a:extLst xmlns:a="http://schemas.openxmlformats.org/drawingml/2006/main">
              <a:ext uri="{FF2B5EF4-FFF2-40B4-BE49-F238E27FC236}">
                <a16:creationId xmlns:a16="http://schemas.microsoft.com/office/drawing/2014/main" id="{7F8143A2-6F9A-440F-889E-AA5F5CAED56D}"/>
              </a:ext>
            </a:extLst>
          </p:cNvPr>
          <p:cNvSpPr>
            <a:spLocks xmlns:a="http://schemas.openxmlformats.org/drawingml/2006/main" noGrp="1"/>
          </p:cNvSpPr>
          <p:nvPr/>
        </p:nvSpPr>
        <p:spPr>
          <a:xfrm xmlns:a="http://schemas.openxmlformats.org/drawingml/2006/main">
            <a:off x="609600" y="6505575"/>
            <a:ext cx="1333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5E6674"/>
                </a:solidFill>
                <a:latin typeface="Malgun Gothic"/>
                <a:ea typeface="Malgun Gothic"/>
                <a:cs typeface="Malgun Gothic"/>
              </a:defRPr>
            </a:pPr>
            <a:r>
              <a:rPr sz="975" b="1">
                <a:solidFill>
                  <a:srgbClr val="5E6674"/>
                </a:solidFill>
                <a:latin typeface="Malgun Gothic"/>
                <a:ea typeface="Malgun Gothic"/>
                <a:cs typeface="Malgun Gothic"/>
              </a:rPr>
              <a:t>TrueFit</a:t>
            </a:r>
          </a:p>
        </p:txBody>
      </p:sp>
      <p:sp>
        <p:nvSpPr>
          <p:cNvPr id="5" name="text-42">
            <a:extLst xmlns:a="http://schemas.openxmlformats.org/drawingml/2006/main">
              <a:ext uri="{FF2B5EF4-FFF2-40B4-BE49-F238E27FC236}">
                <a16:creationId xmlns:a16="http://schemas.microsoft.com/office/drawing/2014/main" id="{2E695EDB-9093-43B5-8C16-A5F9E9084286}"/>
              </a:ext>
            </a:extLst>
          </p:cNvPr>
          <p:cNvSpPr>
            <a:spLocks xmlns:a="http://schemas.openxmlformats.org/drawingml/2006/main" noGrp="1"/>
          </p:cNvSpPr>
          <p:nvPr/>
        </p:nvSpPr>
        <p:spPr>
          <a:xfrm xmlns:a="http://schemas.openxmlformats.org/drawingml/2006/main">
            <a:off x="11144250" y="6486525"/>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E6674"/>
                </a:solidFill>
                <a:latin typeface="Malgun Gothic"/>
                <a:ea typeface="Malgun Gothic"/>
                <a:cs typeface="Malgun Gothic"/>
              </a:defRPr>
            </a:pPr>
            <a:r>
              <a:rPr sz="1125" b="0">
                <a:solidFill>
                  <a:srgbClr val="5E6674"/>
                </a:solidFill>
                <a:latin typeface="Malgun Gothic"/>
                <a:ea typeface="Malgun Gothic"/>
                <a:cs typeface="Malgun Gothic"/>
              </a:rPr>
              <a:t>05</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c0f9aedf0e004a53"/>
          <a:stretch xmlns:a="http://schemas.openxmlformats.org/drawingml/2006/main"/>
        </p:blipFill>
        <p:spPr>
          <a:xfrm xmlns:a="http://schemas.openxmlformats.org/drawingml/2006/main">
            <a:off x="4300008" y="1866900"/>
            <a:ext cx="7078133" cy="3981450"/>
          </a:xfrm>
          <a:prstGeom xmlns:a="http://schemas.openxmlformats.org/drawingml/2006/main" prst="rect">
            <a:avLst/>
          </a:prstGeom>
        </p:spPr>
      </p:pic>
      <p:sp>
        <p:nvSpPr>
          <p:cNvPr id="7" name="text-43">
            <a:extLst xmlns:a="http://schemas.openxmlformats.org/drawingml/2006/main">
              <a:ext uri="{FF2B5EF4-FFF2-40B4-BE49-F238E27FC236}">
                <a16:creationId xmlns:a16="http://schemas.microsoft.com/office/drawing/2014/main" id="{7A110FDA-66EA-4688-A6B1-2D3F37D2B78E}"/>
              </a:ext>
            </a:extLst>
          </p:cNvPr>
          <p:cNvSpPr>
            <a:spLocks xmlns:a="http://schemas.openxmlformats.org/drawingml/2006/main" noGrp="1"/>
          </p:cNvSpPr>
          <p:nvPr/>
        </p:nvSpPr>
        <p:spPr>
          <a:xfrm xmlns:a="http://schemas.openxmlformats.org/drawingml/2006/main">
            <a:off x="609600" y="1914525"/>
            <a:ext cx="38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44BC4"/>
                </a:solidFill>
                <a:latin typeface="Malgun Gothic"/>
                <a:ea typeface="Malgun Gothic"/>
                <a:cs typeface="Malgun Gothic"/>
              </a:defRPr>
            </a:pPr>
            <a:r>
              <a:rPr sz="1575" b="1">
                <a:solidFill>
                  <a:srgbClr val="244BC4"/>
                </a:solidFill>
                <a:latin typeface="Malgun Gothic"/>
                <a:ea typeface="Malgun Gothic"/>
                <a:cs typeface="Malgun Gothic"/>
              </a:rPr>
              <a:t>01</a:t>
            </a:r>
          </a:p>
        </p:txBody>
      </p:sp>
      <p:sp>
        <p:nvSpPr>
          <p:cNvPr id="8" name="text-44">
            <a:extLst xmlns:a="http://schemas.openxmlformats.org/drawingml/2006/main">
              <a:ext uri="{FF2B5EF4-FFF2-40B4-BE49-F238E27FC236}">
                <a16:creationId xmlns:a16="http://schemas.microsoft.com/office/drawing/2014/main" id="{69696130-7F98-4DB1-A617-D79F5953C984}"/>
              </a:ext>
            </a:extLst>
          </p:cNvPr>
          <p:cNvSpPr>
            <a:spLocks xmlns:a="http://schemas.openxmlformats.org/drawingml/2006/main" noGrp="1"/>
          </p:cNvSpPr>
          <p:nvPr/>
        </p:nvSpPr>
        <p:spPr>
          <a:xfrm xmlns:a="http://schemas.openxmlformats.org/drawingml/2006/main">
            <a:off x="1104900" y="1914525"/>
            <a:ext cx="2743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171B24"/>
                </a:solidFill>
                <a:latin typeface="Malgun Gothic"/>
                <a:ea typeface="Malgun Gothic"/>
                <a:cs typeface="Malgun Gothic"/>
              </a:defRPr>
            </a:pPr>
            <a:r>
              <a:rPr sz="1800" b="1">
                <a:solidFill>
                  <a:srgbClr val="171B24"/>
                </a:solidFill>
                <a:latin typeface="Malgun Gothic"/>
                <a:ea typeface="Malgun Gothic"/>
                <a:cs typeface="Malgun Gothic"/>
              </a:rPr>
              <a:t>조건 입력</a:t>
            </a:r>
          </a:p>
        </p:txBody>
      </p:sp>
      <p:sp>
        <p:nvSpPr>
          <p:cNvPr id="9" name="text-45">
            <a:extLst xmlns:a="http://schemas.openxmlformats.org/drawingml/2006/main">
              <a:ext uri="{FF2B5EF4-FFF2-40B4-BE49-F238E27FC236}">
                <a16:creationId xmlns:a16="http://schemas.microsoft.com/office/drawing/2014/main" id="{EA3A7741-E70C-4B70-ADF7-193DA04A51DC}"/>
              </a:ext>
            </a:extLst>
          </p:cNvPr>
          <p:cNvSpPr>
            <a:spLocks xmlns:a="http://schemas.openxmlformats.org/drawingml/2006/main" noGrp="1"/>
          </p:cNvSpPr>
          <p:nvPr/>
        </p:nvSpPr>
        <p:spPr>
          <a:xfrm xmlns:a="http://schemas.openxmlformats.org/drawingml/2006/main">
            <a:off x="1104900" y="2343150"/>
            <a:ext cx="27432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5E6674"/>
                </a:solidFill>
                <a:latin typeface="Malgun Gothic"/>
                <a:ea typeface="Malgun Gothic"/>
                <a:cs typeface="Malgun Gothic"/>
              </a:defRPr>
            </a:pPr>
            <a:r>
              <a:rPr sz="1575" b="0">
                <a:solidFill>
                  <a:srgbClr val="5E6674"/>
                </a:solidFill>
                <a:latin typeface="Malgun Gothic"/>
                <a:ea typeface="Malgun Gothic"/>
                <a:cs typeface="Malgun Gothic"/>
              </a:rPr>
              <a:t>용도·예산·우선순위를 대화로 정리</a:t>
            </a:r>
          </a:p>
        </p:txBody>
      </p:sp>
      <p:sp>
        <p:nvSpPr>
          <p:cNvPr id="10" name="text-46">
            <a:extLst xmlns:a="http://schemas.openxmlformats.org/drawingml/2006/main">
              <a:ext uri="{FF2B5EF4-FFF2-40B4-BE49-F238E27FC236}">
                <a16:creationId xmlns:a16="http://schemas.microsoft.com/office/drawing/2014/main" id="{340E2769-7632-4498-8958-FF9BA5EFE9D5}"/>
              </a:ext>
            </a:extLst>
          </p:cNvPr>
          <p:cNvSpPr>
            <a:spLocks xmlns:a="http://schemas.openxmlformats.org/drawingml/2006/main" noGrp="1"/>
          </p:cNvSpPr>
          <p:nvPr/>
        </p:nvSpPr>
        <p:spPr>
          <a:xfrm xmlns:a="http://schemas.openxmlformats.org/drawingml/2006/main">
            <a:off x="609600" y="3324225"/>
            <a:ext cx="38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44BC4"/>
                </a:solidFill>
                <a:latin typeface="Malgun Gothic"/>
                <a:ea typeface="Malgun Gothic"/>
                <a:cs typeface="Malgun Gothic"/>
              </a:defRPr>
            </a:pPr>
            <a:r>
              <a:rPr sz="1575" b="1">
                <a:solidFill>
                  <a:srgbClr val="244BC4"/>
                </a:solidFill>
                <a:latin typeface="Malgun Gothic"/>
                <a:ea typeface="Malgun Gothic"/>
                <a:cs typeface="Malgun Gothic"/>
              </a:rPr>
              <a:t>02</a:t>
            </a:r>
          </a:p>
        </p:txBody>
      </p:sp>
      <p:sp>
        <p:nvSpPr>
          <p:cNvPr id="11" name="text-47">
            <a:extLst xmlns:a="http://schemas.openxmlformats.org/drawingml/2006/main">
              <a:ext uri="{FF2B5EF4-FFF2-40B4-BE49-F238E27FC236}">
                <a16:creationId xmlns:a16="http://schemas.microsoft.com/office/drawing/2014/main" id="{41A9DDF8-CE30-42B0-B49C-CC23F7343410}"/>
              </a:ext>
            </a:extLst>
          </p:cNvPr>
          <p:cNvSpPr>
            <a:spLocks xmlns:a="http://schemas.openxmlformats.org/drawingml/2006/main" noGrp="1"/>
          </p:cNvSpPr>
          <p:nvPr/>
        </p:nvSpPr>
        <p:spPr>
          <a:xfrm xmlns:a="http://schemas.openxmlformats.org/drawingml/2006/main">
            <a:off x="1104900" y="3324225"/>
            <a:ext cx="2743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171B24"/>
                </a:solidFill>
                <a:latin typeface="Malgun Gothic"/>
                <a:ea typeface="Malgun Gothic"/>
                <a:cs typeface="Malgun Gothic"/>
              </a:defRPr>
            </a:pPr>
            <a:r>
              <a:rPr sz="1800" b="1">
                <a:solidFill>
                  <a:srgbClr val="171B24"/>
                </a:solidFill>
                <a:latin typeface="Malgun Gothic"/>
                <a:ea typeface="Malgun Gothic"/>
                <a:cs typeface="Malgun Gothic"/>
              </a:rPr>
              <a:t>비교와 교체</a:t>
            </a:r>
          </a:p>
        </p:txBody>
      </p:sp>
      <p:sp>
        <p:nvSpPr>
          <p:cNvPr id="12" name="text-48">
            <a:extLst xmlns:a="http://schemas.openxmlformats.org/drawingml/2006/main">
              <a:ext uri="{FF2B5EF4-FFF2-40B4-BE49-F238E27FC236}">
                <a16:creationId xmlns:a16="http://schemas.microsoft.com/office/drawing/2014/main" id="{F8966CDD-711B-4AF2-B6B5-12B30893A266}"/>
              </a:ext>
            </a:extLst>
          </p:cNvPr>
          <p:cNvSpPr>
            <a:spLocks xmlns:a="http://schemas.openxmlformats.org/drawingml/2006/main" noGrp="1"/>
          </p:cNvSpPr>
          <p:nvPr/>
        </p:nvSpPr>
        <p:spPr>
          <a:xfrm xmlns:a="http://schemas.openxmlformats.org/drawingml/2006/main">
            <a:off x="1104900" y="3752850"/>
            <a:ext cx="27432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5E6674"/>
                </a:solidFill>
                <a:latin typeface="Malgun Gothic"/>
                <a:ea typeface="Malgun Gothic"/>
                <a:cs typeface="Malgun Gothic"/>
              </a:defRPr>
            </a:pPr>
            <a:r>
              <a:rPr sz="1575" b="0">
                <a:solidFill>
                  <a:srgbClr val="5E6674"/>
                </a:solidFill>
                <a:latin typeface="Malgun Gothic"/>
                <a:ea typeface="Malgun Gothic"/>
                <a:cs typeface="Malgun Gothic"/>
              </a:rPr>
              <a:t>추천 이유 확인 후 대안으로 변경</a:t>
            </a:r>
          </a:p>
        </p:txBody>
      </p:sp>
      <p:sp>
        <p:nvSpPr>
          <p:cNvPr id="13" name="text-49">
            <a:extLst xmlns:a="http://schemas.openxmlformats.org/drawingml/2006/main">
              <a:ext uri="{FF2B5EF4-FFF2-40B4-BE49-F238E27FC236}">
                <a16:creationId xmlns:a16="http://schemas.microsoft.com/office/drawing/2014/main" id="{08049BF8-7C3D-41AB-AF0C-D6C02B10896B}"/>
              </a:ext>
            </a:extLst>
          </p:cNvPr>
          <p:cNvSpPr>
            <a:spLocks xmlns:a="http://schemas.openxmlformats.org/drawingml/2006/main" noGrp="1"/>
          </p:cNvSpPr>
          <p:nvPr/>
        </p:nvSpPr>
        <p:spPr>
          <a:xfrm xmlns:a="http://schemas.openxmlformats.org/drawingml/2006/main">
            <a:off x="609600" y="4733925"/>
            <a:ext cx="38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44BC4"/>
                </a:solidFill>
                <a:latin typeface="Malgun Gothic"/>
                <a:ea typeface="Malgun Gothic"/>
                <a:cs typeface="Malgun Gothic"/>
              </a:defRPr>
            </a:pPr>
            <a:r>
              <a:rPr sz="1575" b="1">
                <a:solidFill>
                  <a:srgbClr val="244BC4"/>
                </a:solidFill>
                <a:latin typeface="Malgun Gothic"/>
                <a:ea typeface="Malgun Gothic"/>
                <a:cs typeface="Malgun Gothic"/>
              </a:rPr>
              <a:t>03</a:t>
            </a:r>
          </a:p>
        </p:txBody>
      </p:sp>
      <p:sp>
        <p:nvSpPr>
          <p:cNvPr id="14" name="text-50">
            <a:extLst xmlns:a="http://schemas.openxmlformats.org/drawingml/2006/main">
              <a:ext uri="{FF2B5EF4-FFF2-40B4-BE49-F238E27FC236}">
                <a16:creationId xmlns:a16="http://schemas.microsoft.com/office/drawing/2014/main" id="{2D527971-9685-4FA1-8A5D-136334260AE3}"/>
              </a:ext>
            </a:extLst>
          </p:cNvPr>
          <p:cNvSpPr>
            <a:spLocks xmlns:a="http://schemas.openxmlformats.org/drawingml/2006/main" noGrp="1"/>
          </p:cNvSpPr>
          <p:nvPr/>
        </p:nvSpPr>
        <p:spPr>
          <a:xfrm xmlns:a="http://schemas.openxmlformats.org/drawingml/2006/main">
            <a:off x="1104900" y="4733925"/>
            <a:ext cx="2743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171B24"/>
                </a:solidFill>
                <a:latin typeface="Malgun Gothic"/>
                <a:ea typeface="Malgun Gothic"/>
                <a:cs typeface="Malgun Gothic"/>
              </a:defRPr>
            </a:pPr>
            <a:r>
              <a:rPr sz="1800" b="1">
                <a:solidFill>
                  <a:srgbClr val="171B24"/>
                </a:solidFill>
                <a:latin typeface="Malgun Gothic"/>
                <a:ea typeface="Malgun Gothic"/>
                <a:cs typeface="Malgun Gothic"/>
              </a:rPr>
              <a:t>구매 이후 연결</a:t>
            </a:r>
          </a:p>
        </p:txBody>
      </p:sp>
      <p:sp>
        <p:nvSpPr>
          <p:cNvPr id="15" name="text-51">
            <a:extLst xmlns:a="http://schemas.openxmlformats.org/drawingml/2006/main">
              <a:ext uri="{FF2B5EF4-FFF2-40B4-BE49-F238E27FC236}">
                <a16:creationId xmlns:a16="http://schemas.microsoft.com/office/drawing/2014/main" id="{8C027BA6-BD83-434F-BB8A-9883539C9C8B}"/>
              </a:ext>
            </a:extLst>
          </p:cNvPr>
          <p:cNvSpPr>
            <a:spLocks xmlns:a="http://schemas.openxmlformats.org/drawingml/2006/main" noGrp="1"/>
          </p:cNvSpPr>
          <p:nvPr/>
        </p:nvSpPr>
        <p:spPr>
          <a:xfrm xmlns:a="http://schemas.openxmlformats.org/drawingml/2006/main">
            <a:off x="1104900" y="5162550"/>
            <a:ext cx="27432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5E6674"/>
                </a:solidFill>
                <a:latin typeface="Malgun Gothic"/>
                <a:ea typeface="Malgun Gothic"/>
                <a:cs typeface="Malgun Gothic"/>
              </a:defRPr>
            </a:pPr>
            <a:r>
              <a:rPr sz="1575" b="0">
                <a:solidFill>
                  <a:srgbClr val="5E6674"/>
                </a:solidFill>
                <a:latin typeface="Malgun Gothic"/>
                <a:ea typeface="Malgun Gothic"/>
                <a:cs typeface="Malgun Gothic"/>
              </a:rPr>
              <a:t>리포트·조립 가이드와 제품 리뷰</a:t>
            </a:r>
          </a:p>
        </p:txBody>
      </p:sp>
      <p:sp>
        <p:nvSpPr>
          <p:cNvPr id="16" name="text-52">
            <a:extLst xmlns:a="http://schemas.openxmlformats.org/drawingml/2006/main">
              <a:ext uri="{FF2B5EF4-FFF2-40B4-BE49-F238E27FC236}">
                <a16:creationId xmlns:a16="http://schemas.microsoft.com/office/drawing/2014/main" id="{7530014F-8893-4A5E-B53F-7E65A0DA4D85}"/>
              </a:ext>
            </a:extLst>
          </p:cNvPr>
          <p:cNvSpPr>
            <a:spLocks xmlns:a="http://schemas.openxmlformats.org/drawingml/2006/main" noGrp="1"/>
          </p:cNvSpPr>
          <p:nvPr/>
        </p:nvSpPr>
        <p:spPr>
          <a:xfrm xmlns:a="http://schemas.openxmlformats.org/drawingml/2006/main">
            <a:off x="7400925" y="6029325"/>
            <a:ext cx="41624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0">
                <a:solidFill>
                  <a:srgbClr val="5E6674"/>
                </a:solidFill>
                <a:latin typeface="Malgun Gothic"/>
                <a:ea typeface="Malgun Gothic"/>
                <a:cs typeface="Malgun Gothic"/>
              </a:defRPr>
            </a:pPr>
            <a:r>
              <a:rPr sz="975" b="0">
                <a:solidFill>
                  <a:srgbClr val="5E6674"/>
                </a:solidFill>
                <a:latin typeface="Malgun Gothic"/>
                <a:ea typeface="Malgun Gothic"/>
                <a:cs typeface="Malgun Gothic"/>
              </a:rPr>
              <a:t>목업 화면 · 가격·리뷰 수는 시연용 예시</a:t>
            </a:r>
          </a:p>
        </p:txBody>
      </p:sp>
    </p:spTree>
    <p:extLst>
      <p:ext uri="{BB962C8B-B14F-4D97-AF65-F5344CB8AC3E}">
        <p14:creationId xmlns:p14="http://schemas.microsoft.com/office/powerpoint/2010/main" val="195281555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53">
            <a:extLst xmlns:a="http://schemas.openxmlformats.org/drawingml/2006/main">
              <a:ext uri="{FF2B5EF4-FFF2-40B4-BE49-F238E27FC236}">
                <a16:creationId xmlns:a16="http://schemas.microsoft.com/office/drawing/2014/main" id="{7BD6DD6B-57C9-4741-A32D-BDC81302F5B4}"/>
              </a:ext>
            </a:extLst>
          </p:cNvPr>
          <p:cNvSpPr>
            <a:spLocks xmlns:a="http://schemas.openxmlformats.org/drawingml/2006/main" noGrp="1"/>
          </p:cNvSpPr>
          <p:nvPr/>
        </p:nvSpPr>
        <p:spPr>
          <a:xfrm xmlns:a="http://schemas.openxmlformats.org/drawingml/2006/main">
            <a:off x="609600" y="447675"/>
            <a:ext cx="10953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1">
                <a:solidFill>
                  <a:srgbClr val="171B24"/>
                </a:solidFill>
                <a:latin typeface="Malgun Gothic"/>
                <a:ea typeface="Malgun Gothic"/>
                <a:cs typeface="Malgun Gothic"/>
              </a:defRPr>
            </a:pPr>
            <a:r>
              <a:rPr sz="2700" b="1">
                <a:solidFill>
                  <a:srgbClr val="171B24"/>
                </a:solidFill>
                <a:latin typeface="Malgun Gothic"/>
                <a:ea typeface="Malgun Gothic"/>
                <a:cs typeface="Malgun Gothic"/>
              </a:rPr>
              <a:t>사양 적합성과 경험 적합성</a:t>
            </a:r>
          </a:p>
        </p:txBody>
      </p:sp>
      <p:sp>
        <p:nvSpPr>
          <p:cNvPr id="2" name="text-54">
            <a:extLst xmlns:a="http://schemas.openxmlformats.org/drawingml/2006/main">
              <a:ext uri="{FF2B5EF4-FFF2-40B4-BE49-F238E27FC236}">
                <a16:creationId xmlns:a16="http://schemas.microsoft.com/office/drawing/2014/main" id="{537A07FF-79A8-4C9D-A959-48FF761FAA97}"/>
              </a:ext>
            </a:extLst>
          </p:cNvPr>
          <p:cNvSpPr>
            <a:spLocks xmlns:a="http://schemas.openxmlformats.org/drawingml/2006/main" noGrp="1"/>
          </p:cNvSpPr>
          <p:nvPr/>
        </p:nvSpPr>
        <p:spPr>
          <a:xfrm xmlns:a="http://schemas.openxmlformats.org/drawingml/2006/main">
            <a:off x="628650" y="11049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E6674"/>
                </a:solidFill>
                <a:latin typeface="Malgun Gothic"/>
                <a:ea typeface="Malgun Gothic"/>
                <a:cs typeface="Malgun Gothic"/>
              </a:defRPr>
            </a:pPr>
            <a:r>
              <a:rPr sz="1500" b="0">
                <a:solidFill>
                  <a:srgbClr val="5E6674"/>
                </a:solidFill>
                <a:latin typeface="Malgun Gothic"/>
                <a:ea typeface="Malgun Gothic"/>
                <a:cs typeface="Malgun Gothic"/>
              </a:rPr>
              <a:t>기술 조건을 충족하는 후보 안에서 사용 경험의 근거를 찾습니다</a:t>
            </a:r>
          </a:p>
        </p:txBody>
      </p:sp>
      <p:sp>
        <p:nvSpPr>
          <p:cNvPr id="3" name="">
            <a:extLst xmlns:a="http://schemas.openxmlformats.org/drawingml/2006/main">
              <a:ext uri="{FF2B5EF4-FFF2-40B4-BE49-F238E27FC236}">
                <a16:creationId xmlns:a16="http://schemas.microsoft.com/office/drawing/2014/main" id="{3E89C0D0-B28A-42FA-B535-05BD0C169D28}"/>
              </a:ext>
            </a:extLst>
          </p:cNvPr>
          <p:cNvSpPr>
            <a:spLocks xmlns:a="http://schemas.openxmlformats.org/drawingml/2006/main" noGrp="1"/>
          </p:cNvSpPr>
          <p:nvPr/>
        </p:nvSpPr>
        <p:spPr>
          <a:xfrm xmlns:a="http://schemas.openxmlformats.org/drawingml/2006/main">
            <a:off x="609600" y="6362700"/>
            <a:ext cx="10972800" cy="0"/>
          </a:xfrm>
          <a:prstGeom xmlns:a="http://schemas.openxmlformats.org/drawingml/2006/main" prst="line">
            <a:avLst/>
          </a:prstGeom>
          <a:noFill xmlns:a="http://schemas.openxmlformats.org/drawingml/2006/main"/>
          <a:ln xmlns:a="http://schemas.openxmlformats.org/drawingml/2006/main" w="9525">
            <a:solidFill>
              <a:srgbClr val="DDE2EA"/>
            </a:solidFill>
          </a:ln>
        </p:spPr>
      </p:sp>
      <p:sp>
        <p:nvSpPr>
          <p:cNvPr id="4" name="text-55">
            <a:extLst xmlns:a="http://schemas.openxmlformats.org/drawingml/2006/main">
              <a:ext uri="{FF2B5EF4-FFF2-40B4-BE49-F238E27FC236}">
                <a16:creationId xmlns:a16="http://schemas.microsoft.com/office/drawing/2014/main" id="{C9EBD49D-E97A-45D5-9C6D-E2FE83442B2D}"/>
              </a:ext>
            </a:extLst>
          </p:cNvPr>
          <p:cNvSpPr>
            <a:spLocks xmlns:a="http://schemas.openxmlformats.org/drawingml/2006/main" noGrp="1"/>
          </p:cNvSpPr>
          <p:nvPr/>
        </p:nvSpPr>
        <p:spPr>
          <a:xfrm xmlns:a="http://schemas.openxmlformats.org/drawingml/2006/main">
            <a:off x="609600" y="6505575"/>
            <a:ext cx="1333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5E6674"/>
                </a:solidFill>
                <a:latin typeface="Malgun Gothic"/>
                <a:ea typeface="Malgun Gothic"/>
                <a:cs typeface="Malgun Gothic"/>
              </a:defRPr>
            </a:pPr>
            <a:r>
              <a:rPr sz="975" b="1">
                <a:solidFill>
                  <a:srgbClr val="5E6674"/>
                </a:solidFill>
                <a:latin typeface="Malgun Gothic"/>
                <a:ea typeface="Malgun Gothic"/>
                <a:cs typeface="Malgun Gothic"/>
              </a:rPr>
              <a:t>TrueFit</a:t>
            </a:r>
          </a:p>
        </p:txBody>
      </p:sp>
      <p:sp>
        <p:nvSpPr>
          <p:cNvPr id="5" name="text-56">
            <a:extLst xmlns:a="http://schemas.openxmlformats.org/drawingml/2006/main">
              <a:ext uri="{FF2B5EF4-FFF2-40B4-BE49-F238E27FC236}">
                <a16:creationId xmlns:a16="http://schemas.microsoft.com/office/drawing/2014/main" id="{6980D60D-E1DF-4FA2-B130-C6FB31587C0A}"/>
              </a:ext>
            </a:extLst>
          </p:cNvPr>
          <p:cNvSpPr>
            <a:spLocks xmlns:a="http://schemas.openxmlformats.org/drawingml/2006/main" noGrp="1"/>
          </p:cNvSpPr>
          <p:nvPr/>
        </p:nvSpPr>
        <p:spPr>
          <a:xfrm xmlns:a="http://schemas.openxmlformats.org/drawingml/2006/main">
            <a:off x="11144250" y="6486525"/>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E6674"/>
                </a:solidFill>
                <a:latin typeface="Malgun Gothic"/>
                <a:ea typeface="Malgun Gothic"/>
                <a:cs typeface="Malgun Gothic"/>
              </a:defRPr>
            </a:pPr>
            <a:r>
              <a:rPr sz="1125" b="0">
                <a:solidFill>
                  <a:srgbClr val="5E6674"/>
                </a:solidFill>
                <a:latin typeface="Malgun Gothic"/>
                <a:ea typeface="Malgun Gothic"/>
                <a:cs typeface="Malgun Gothic"/>
              </a:rPr>
              <a:t>06</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ef41078d1cd84a64"/>
          <a:stretch xmlns:a="http://schemas.openxmlformats.org/drawingml/2006/main"/>
        </p:blipFill>
        <p:spPr>
          <a:xfrm xmlns:a="http://schemas.openxmlformats.org/drawingml/2006/main">
            <a:off x="609600" y="1942207"/>
            <a:ext cx="6657975" cy="3745111"/>
          </a:xfrm>
          <a:prstGeom xmlns:a="http://schemas.openxmlformats.org/drawingml/2006/main" prst="rect">
            <a:avLst/>
          </a:prstGeom>
        </p:spPr>
      </p:pic>
      <p:sp>
        <p:nvSpPr>
          <p:cNvPr id="7" name="text-57">
            <a:extLst xmlns:a="http://schemas.openxmlformats.org/drawingml/2006/main">
              <a:ext uri="{FF2B5EF4-FFF2-40B4-BE49-F238E27FC236}">
                <a16:creationId xmlns:a16="http://schemas.microsoft.com/office/drawing/2014/main" id="{707B569C-1302-4023-9E4E-66DEBD118CD6}"/>
              </a:ext>
            </a:extLst>
          </p:cNvPr>
          <p:cNvSpPr>
            <a:spLocks xmlns:a="http://schemas.openxmlformats.org/drawingml/2006/main" noGrp="1"/>
          </p:cNvSpPr>
          <p:nvPr/>
        </p:nvSpPr>
        <p:spPr>
          <a:xfrm xmlns:a="http://schemas.openxmlformats.org/drawingml/2006/main">
            <a:off x="7743825" y="1933575"/>
            <a:ext cx="38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44BC4"/>
                </a:solidFill>
                <a:latin typeface="Malgun Gothic"/>
                <a:ea typeface="Malgun Gothic"/>
                <a:cs typeface="Malgun Gothic"/>
              </a:defRPr>
            </a:pPr>
            <a:r>
              <a:rPr sz="1575" b="1">
                <a:solidFill>
                  <a:srgbClr val="244BC4"/>
                </a:solidFill>
                <a:latin typeface="Malgun Gothic"/>
                <a:ea typeface="Malgun Gothic"/>
                <a:cs typeface="Malgun Gothic"/>
              </a:rPr>
              <a:t>01</a:t>
            </a:r>
          </a:p>
        </p:txBody>
      </p:sp>
      <p:sp>
        <p:nvSpPr>
          <p:cNvPr id="8" name="text-58">
            <a:extLst xmlns:a="http://schemas.openxmlformats.org/drawingml/2006/main">
              <a:ext uri="{FF2B5EF4-FFF2-40B4-BE49-F238E27FC236}">
                <a16:creationId xmlns:a16="http://schemas.microsoft.com/office/drawing/2014/main" id="{68B857A0-A2F3-425E-BA15-854D40F5CB27}"/>
              </a:ext>
            </a:extLst>
          </p:cNvPr>
          <p:cNvSpPr>
            <a:spLocks xmlns:a="http://schemas.openxmlformats.org/drawingml/2006/main" noGrp="1"/>
          </p:cNvSpPr>
          <p:nvPr/>
        </p:nvSpPr>
        <p:spPr>
          <a:xfrm xmlns:a="http://schemas.openxmlformats.org/drawingml/2006/main">
            <a:off x="8239125" y="1933575"/>
            <a:ext cx="3381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171B24"/>
                </a:solidFill>
                <a:latin typeface="Malgun Gothic"/>
                <a:ea typeface="Malgun Gothic"/>
                <a:cs typeface="Malgun Gothic"/>
              </a:defRPr>
            </a:pPr>
            <a:r>
              <a:rPr sz="1800" b="1">
                <a:solidFill>
                  <a:srgbClr val="171B24"/>
                </a:solidFill>
                <a:latin typeface="Malgun Gothic"/>
                <a:ea typeface="Malgun Gothic"/>
                <a:cs typeface="Malgun Gothic"/>
              </a:rPr>
              <a:t>사양 적합성</a:t>
            </a:r>
          </a:p>
        </p:txBody>
      </p:sp>
      <p:sp>
        <p:nvSpPr>
          <p:cNvPr id="9" name="text-59">
            <a:extLst xmlns:a="http://schemas.openxmlformats.org/drawingml/2006/main">
              <a:ext uri="{FF2B5EF4-FFF2-40B4-BE49-F238E27FC236}">
                <a16:creationId xmlns:a16="http://schemas.microsoft.com/office/drawing/2014/main" id="{0205706D-0261-428E-BD45-6494B7D605BB}"/>
              </a:ext>
            </a:extLst>
          </p:cNvPr>
          <p:cNvSpPr>
            <a:spLocks xmlns:a="http://schemas.openxmlformats.org/drawingml/2006/main" noGrp="1"/>
          </p:cNvSpPr>
          <p:nvPr/>
        </p:nvSpPr>
        <p:spPr>
          <a:xfrm xmlns:a="http://schemas.openxmlformats.org/drawingml/2006/main">
            <a:off x="8239125" y="2362200"/>
            <a:ext cx="33813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5E6674"/>
                </a:solidFill>
                <a:latin typeface="Malgun Gothic"/>
                <a:ea typeface="Malgun Gothic"/>
                <a:cs typeface="Malgun Gothic"/>
              </a:defRPr>
            </a:pPr>
            <a:r>
              <a:rPr sz="1575" b="0">
                <a:solidFill>
                  <a:srgbClr val="5E6674"/>
                </a:solidFill>
                <a:latin typeface="Malgun Gothic"/>
                <a:ea typeface="Malgun Gothic"/>
                <a:cs typeface="Malgun Gothic"/>
              </a:rPr>
              <a:t>규격·성능·연결 방식·예산</a:t>
            </a:r>
          </a:p>
        </p:txBody>
      </p:sp>
      <p:sp>
        <p:nvSpPr>
          <p:cNvPr id="10" name="text-60">
            <a:extLst xmlns:a="http://schemas.openxmlformats.org/drawingml/2006/main">
              <a:ext uri="{FF2B5EF4-FFF2-40B4-BE49-F238E27FC236}">
                <a16:creationId xmlns:a16="http://schemas.microsoft.com/office/drawing/2014/main" id="{72E06CA4-1595-4FBE-A6E2-8361FDE637FE}"/>
              </a:ext>
            </a:extLst>
          </p:cNvPr>
          <p:cNvSpPr>
            <a:spLocks xmlns:a="http://schemas.openxmlformats.org/drawingml/2006/main" noGrp="1"/>
          </p:cNvSpPr>
          <p:nvPr/>
        </p:nvSpPr>
        <p:spPr>
          <a:xfrm xmlns:a="http://schemas.openxmlformats.org/drawingml/2006/main">
            <a:off x="7743825" y="3257550"/>
            <a:ext cx="38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44BC4"/>
                </a:solidFill>
                <a:latin typeface="Malgun Gothic"/>
                <a:ea typeface="Malgun Gothic"/>
                <a:cs typeface="Malgun Gothic"/>
              </a:defRPr>
            </a:pPr>
            <a:r>
              <a:rPr sz="1575" b="1">
                <a:solidFill>
                  <a:srgbClr val="244BC4"/>
                </a:solidFill>
                <a:latin typeface="Malgun Gothic"/>
                <a:ea typeface="Malgun Gothic"/>
                <a:cs typeface="Malgun Gothic"/>
              </a:rPr>
              <a:t>02</a:t>
            </a:r>
          </a:p>
        </p:txBody>
      </p:sp>
      <p:sp>
        <p:nvSpPr>
          <p:cNvPr id="11" name="text-61">
            <a:extLst xmlns:a="http://schemas.openxmlformats.org/drawingml/2006/main">
              <a:ext uri="{FF2B5EF4-FFF2-40B4-BE49-F238E27FC236}">
                <a16:creationId xmlns:a16="http://schemas.microsoft.com/office/drawing/2014/main" id="{3E5CDAA7-008E-4A5D-B618-EF161075ACAC}"/>
              </a:ext>
            </a:extLst>
          </p:cNvPr>
          <p:cNvSpPr>
            <a:spLocks xmlns:a="http://schemas.openxmlformats.org/drawingml/2006/main" noGrp="1"/>
          </p:cNvSpPr>
          <p:nvPr/>
        </p:nvSpPr>
        <p:spPr>
          <a:xfrm xmlns:a="http://schemas.openxmlformats.org/drawingml/2006/main">
            <a:off x="8239125" y="3257550"/>
            <a:ext cx="3381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171B24"/>
                </a:solidFill>
                <a:latin typeface="Malgun Gothic"/>
                <a:ea typeface="Malgun Gothic"/>
                <a:cs typeface="Malgun Gothic"/>
              </a:defRPr>
            </a:pPr>
            <a:r>
              <a:rPr sz="1800" b="1">
                <a:solidFill>
                  <a:srgbClr val="171B24"/>
                </a:solidFill>
                <a:latin typeface="Malgun Gothic"/>
                <a:ea typeface="Malgun Gothic"/>
                <a:cs typeface="Malgun Gothic"/>
              </a:rPr>
              <a:t>경험 적합성</a:t>
            </a:r>
          </a:p>
        </p:txBody>
      </p:sp>
      <p:sp>
        <p:nvSpPr>
          <p:cNvPr id="12" name="text-62">
            <a:extLst xmlns:a="http://schemas.openxmlformats.org/drawingml/2006/main">
              <a:ext uri="{FF2B5EF4-FFF2-40B4-BE49-F238E27FC236}">
                <a16:creationId xmlns:a16="http://schemas.microsoft.com/office/drawing/2014/main" id="{B6F94C34-FD1B-4FC2-B25C-AEB9DE7FE71D}"/>
              </a:ext>
            </a:extLst>
          </p:cNvPr>
          <p:cNvSpPr>
            <a:spLocks xmlns:a="http://schemas.openxmlformats.org/drawingml/2006/main" noGrp="1"/>
          </p:cNvSpPr>
          <p:nvPr/>
        </p:nvSpPr>
        <p:spPr>
          <a:xfrm xmlns:a="http://schemas.openxmlformats.org/drawingml/2006/main">
            <a:off x="8239125" y="3686175"/>
            <a:ext cx="33813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5E6674"/>
                </a:solidFill>
                <a:latin typeface="Malgun Gothic"/>
                <a:ea typeface="Malgun Gothic"/>
                <a:cs typeface="Malgun Gothic"/>
              </a:defRPr>
            </a:pPr>
            <a:r>
              <a:rPr sz="1575" b="0">
                <a:solidFill>
                  <a:srgbClr val="5E6674"/>
                </a:solidFill>
                <a:latin typeface="Malgun Gothic"/>
                <a:ea typeface="Malgun Gothic"/>
                <a:cs typeface="Malgun Gothic"/>
              </a:rPr>
              <a:t>소음·타건감·피로감 관련 리뷰</a:t>
            </a:r>
          </a:p>
        </p:txBody>
      </p:sp>
      <p:sp>
        <p:nvSpPr>
          <p:cNvPr id="13" name="text-63">
            <a:extLst xmlns:a="http://schemas.openxmlformats.org/drawingml/2006/main">
              <a:ext uri="{FF2B5EF4-FFF2-40B4-BE49-F238E27FC236}">
                <a16:creationId xmlns:a16="http://schemas.microsoft.com/office/drawing/2014/main" id="{EBAAAF0E-A88D-4A37-A5A7-1B53CB781D7E}"/>
              </a:ext>
            </a:extLst>
          </p:cNvPr>
          <p:cNvSpPr>
            <a:spLocks xmlns:a="http://schemas.openxmlformats.org/drawingml/2006/main" noGrp="1"/>
          </p:cNvSpPr>
          <p:nvPr/>
        </p:nvSpPr>
        <p:spPr>
          <a:xfrm xmlns:a="http://schemas.openxmlformats.org/drawingml/2006/main">
            <a:off x="7743825" y="4581525"/>
            <a:ext cx="38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44BC4"/>
                </a:solidFill>
                <a:latin typeface="Malgun Gothic"/>
                <a:ea typeface="Malgun Gothic"/>
                <a:cs typeface="Malgun Gothic"/>
              </a:defRPr>
            </a:pPr>
            <a:r>
              <a:rPr sz="1575" b="1">
                <a:solidFill>
                  <a:srgbClr val="244BC4"/>
                </a:solidFill>
                <a:latin typeface="Malgun Gothic"/>
                <a:ea typeface="Malgun Gothic"/>
                <a:cs typeface="Malgun Gothic"/>
              </a:rPr>
              <a:t>03</a:t>
            </a:r>
          </a:p>
        </p:txBody>
      </p:sp>
      <p:sp>
        <p:nvSpPr>
          <p:cNvPr id="14" name="text-64">
            <a:extLst xmlns:a="http://schemas.openxmlformats.org/drawingml/2006/main">
              <a:ext uri="{FF2B5EF4-FFF2-40B4-BE49-F238E27FC236}">
                <a16:creationId xmlns:a16="http://schemas.microsoft.com/office/drawing/2014/main" id="{5438FAB6-13A5-4C90-B7C6-C7CE7235C89F}"/>
              </a:ext>
            </a:extLst>
          </p:cNvPr>
          <p:cNvSpPr>
            <a:spLocks xmlns:a="http://schemas.openxmlformats.org/drawingml/2006/main" noGrp="1"/>
          </p:cNvSpPr>
          <p:nvPr/>
        </p:nvSpPr>
        <p:spPr>
          <a:xfrm xmlns:a="http://schemas.openxmlformats.org/drawingml/2006/main">
            <a:off x="8239125" y="4581525"/>
            <a:ext cx="3381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171B24"/>
                </a:solidFill>
                <a:latin typeface="Malgun Gothic"/>
                <a:ea typeface="Malgun Gothic"/>
                <a:cs typeface="Malgun Gothic"/>
              </a:defRPr>
            </a:pPr>
            <a:r>
              <a:rPr sz="1800" b="1">
                <a:solidFill>
                  <a:srgbClr val="171B24"/>
                </a:solidFill>
                <a:latin typeface="Malgun Gothic"/>
                <a:ea typeface="Malgun Gothic"/>
                <a:cs typeface="Malgun Gothic"/>
              </a:rPr>
              <a:t>설명 가능한 선택</a:t>
            </a:r>
          </a:p>
        </p:txBody>
      </p:sp>
      <p:sp>
        <p:nvSpPr>
          <p:cNvPr id="15" name="text-65">
            <a:extLst xmlns:a="http://schemas.openxmlformats.org/drawingml/2006/main">
              <a:ext uri="{FF2B5EF4-FFF2-40B4-BE49-F238E27FC236}">
                <a16:creationId xmlns:a16="http://schemas.microsoft.com/office/drawing/2014/main" id="{AC74004B-2B3A-4A09-BD08-BC22A3F45A01}"/>
              </a:ext>
            </a:extLst>
          </p:cNvPr>
          <p:cNvSpPr>
            <a:spLocks xmlns:a="http://schemas.openxmlformats.org/drawingml/2006/main" noGrp="1"/>
          </p:cNvSpPr>
          <p:nvPr/>
        </p:nvSpPr>
        <p:spPr>
          <a:xfrm xmlns:a="http://schemas.openxmlformats.org/drawingml/2006/main">
            <a:off x="8239125" y="5010150"/>
            <a:ext cx="33813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5E6674"/>
                </a:solidFill>
                <a:latin typeface="Malgun Gothic"/>
                <a:ea typeface="Malgun Gothic"/>
                <a:cs typeface="Malgun Gothic"/>
              </a:defRPr>
            </a:pPr>
            <a:r>
              <a:rPr sz="1575" b="0">
                <a:solidFill>
                  <a:srgbClr val="5E6674"/>
                </a:solidFill>
                <a:latin typeface="Malgun Gothic"/>
                <a:ea typeface="Malgun Gothic"/>
                <a:cs typeface="Malgun Gothic"/>
              </a:rPr>
              <a:t>근거 문장과 표본 수를 함께 표시</a:t>
            </a:r>
          </a:p>
        </p:txBody>
      </p:sp>
      <p:sp>
        <p:nvSpPr>
          <p:cNvPr id="16" name="text-66">
            <a:extLst xmlns:a="http://schemas.openxmlformats.org/drawingml/2006/main">
              <a:ext uri="{FF2B5EF4-FFF2-40B4-BE49-F238E27FC236}">
                <a16:creationId xmlns:a16="http://schemas.microsoft.com/office/drawing/2014/main" id="{EEBD5BC1-AB22-4358-821D-6BA7351611E3}"/>
              </a:ext>
            </a:extLst>
          </p:cNvPr>
          <p:cNvSpPr>
            <a:spLocks xmlns:a="http://schemas.openxmlformats.org/drawingml/2006/main" noGrp="1"/>
          </p:cNvSpPr>
          <p:nvPr/>
        </p:nvSpPr>
        <p:spPr>
          <a:xfrm xmlns:a="http://schemas.openxmlformats.org/drawingml/2006/main">
            <a:off x="628650" y="6000750"/>
            <a:ext cx="666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0">
                <a:solidFill>
                  <a:srgbClr val="5E6674"/>
                </a:solidFill>
                <a:latin typeface="Malgun Gothic"/>
                <a:ea typeface="Malgun Gothic"/>
                <a:cs typeface="Malgun Gothic"/>
              </a:defRPr>
            </a:pPr>
            <a:r>
              <a:rPr sz="975" b="0">
                <a:solidFill>
                  <a:srgbClr val="5E6674"/>
                </a:solidFill>
                <a:latin typeface="Malgun Gothic"/>
                <a:ea typeface="Malgun Gothic"/>
                <a:cs typeface="Malgun Gothic"/>
              </a:rPr>
              <a:t>목업 화면 · 리뷰 인용과 건수는 시연용 예시</a:t>
            </a:r>
          </a:p>
        </p:txBody>
      </p:sp>
    </p:spTree>
    <p:extLst>
      <p:ext uri="{BB962C8B-B14F-4D97-AF65-F5344CB8AC3E}">
        <p14:creationId xmlns:p14="http://schemas.microsoft.com/office/powerpoint/2010/main" val="178068617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text-67">
            <a:extLst xmlns:a="http://schemas.openxmlformats.org/drawingml/2006/main">
              <a:ext uri="{FF2B5EF4-FFF2-40B4-BE49-F238E27FC236}">
                <a16:creationId xmlns:a16="http://schemas.microsoft.com/office/drawing/2014/main" id="{7A36EA19-1834-4DF5-9F5A-59485E3371BB}"/>
              </a:ext>
            </a:extLst>
          </p:cNvPr>
          <p:cNvSpPr>
            <a:spLocks xmlns:a="http://schemas.openxmlformats.org/drawingml/2006/main" noGrp="1"/>
          </p:cNvSpPr>
          <p:nvPr/>
        </p:nvSpPr>
        <p:spPr>
          <a:xfrm xmlns:a="http://schemas.openxmlformats.org/drawingml/2006/main">
            <a:off x="609600" y="447675"/>
            <a:ext cx="10953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1">
                <a:solidFill>
                  <a:srgbClr val="171B24"/>
                </a:solidFill>
                <a:latin typeface="Malgun Gothic"/>
                <a:ea typeface="Malgun Gothic"/>
                <a:cs typeface="Malgun Gothic"/>
              </a:defRPr>
            </a:pPr>
            <a:r>
              <a:rPr sz="2700" b="1">
                <a:solidFill>
                  <a:srgbClr val="171B24"/>
                </a:solidFill>
                <a:latin typeface="Malgun Gothic"/>
                <a:ea typeface="Malgun Gothic"/>
                <a:cs typeface="Malgun Gothic"/>
              </a:rPr>
              <a:t>제품별 리뷰 데이터 자산</a:t>
            </a:r>
          </a:p>
        </p:txBody>
      </p:sp>
      <p:sp>
        <p:nvSpPr>
          <p:cNvPr id="2" name="text-68">
            <a:extLst xmlns:a="http://schemas.openxmlformats.org/drawingml/2006/main">
              <a:ext uri="{FF2B5EF4-FFF2-40B4-BE49-F238E27FC236}">
                <a16:creationId xmlns:a16="http://schemas.microsoft.com/office/drawing/2014/main" id="{5548B9F2-64F7-4AFD-9EE3-FC3200822C12}"/>
              </a:ext>
            </a:extLst>
          </p:cNvPr>
          <p:cNvSpPr>
            <a:spLocks xmlns:a="http://schemas.openxmlformats.org/drawingml/2006/main" noGrp="1"/>
          </p:cNvSpPr>
          <p:nvPr/>
        </p:nvSpPr>
        <p:spPr>
          <a:xfrm xmlns:a="http://schemas.openxmlformats.org/drawingml/2006/main">
            <a:off x="628650" y="11049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E6674"/>
                </a:solidFill>
                <a:latin typeface="Malgun Gothic"/>
                <a:ea typeface="Malgun Gothic"/>
                <a:cs typeface="Malgun Gothic"/>
              </a:defRPr>
            </a:pPr>
            <a:r>
              <a:rPr sz="1500" b="0">
                <a:solidFill>
                  <a:srgbClr val="5E6674"/>
                </a:solidFill>
                <a:latin typeface="Malgun Gothic"/>
                <a:ea typeface="Malgun Gothic"/>
                <a:cs typeface="Malgun Gothic"/>
              </a:rPr>
              <a:t>사용 맥락을 연결한 리뷰를 축적하고 추천 개선에 활용합니다</a:t>
            </a:r>
          </a:p>
        </p:txBody>
      </p:sp>
      <p:sp>
        <p:nvSpPr>
          <p:cNvPr id="3" name="">
            <a:extLst xmlns:a="http://schemas.openxmlformats.org/drawingml/2006/main">
              <a:ext uri="{FF2B5EF4-FFF2-40B4-BE49-F238E27FC236}">
                <a16:creationId xmlns:a16="http://schemas.microsoft.com/office/drawing/2014/main" id="{3578C55C-FCC2-469D-A2A3-30A286A98A0F}"/>
              </a:ext>
            </a:extLst>
          </p:cNvPr>
          <p:cNvSpPr>
            <a:spLocks xmlns:a="http://schemas.openxmlformats.org/drawingml/2006/main" noGrp="1"/>
          </p:cNvSpPr>
          <p:nvPr/>
        </p:nvSpPr>
        <p:spPr>
          <a:xfrm xmlns:a="http://schemas.openxmlformats.org/drawingml/2006/main">
            <a:off x="609600" y="6362700"/>
            <a:ext cx="10972800" cy="0"/>
          </a:xfrm>
          <a:prstGeom xmlns:a="http://schemas.openxmlformats.org/drawingml/2006/main" prst="line">
            <a:avLst/>
          </a:prstGeom>
          <a:noFill xmlns:a="http://schemas.openxmlformats.org/drawingml/2006/main"/>
          <a:ln xmlns:a="http://schemas.openxmlformats.org/drawingml/2006/main" w="9525">
            <a:solidFill>
              <a:srgbClr val="DDE2EA"/>
            </a:solidFill>
          </a:ln>
        </p:spPr>
      </p:sp>
      <p:sp>
        <p:nvSpPr>
          <p:cNvPr id="4" name="text-69">
            <a:extLst xmlns:a="http://schemas.openxmlformats.org/drawingml/2006/main">
              <a:ext uri="{FF2B5EF4-FFF2-40B4-BE49-F238E27FC236}">
                <a16:creationId xmlns:a16="http://schemas.microsoft.com/office/drawing/2014/main" id="{3DF37786-FC83-41D1-96B5-2C856AAF3E51}"/>
              </a:ext>
            </a:extLst>
          </p:cNvPr>
          <p:cNvSpPr>
            <a:spLocks xmlns:a="http://schemas.openxmlformats.org/drawingml/2006/main" noGrp="1"/>
          </p:cNvSpPr>
          <p:nvPr/>
        </p:nvSpPr>
        <p:spPr>
          <a:xfrm xmlns:a="http://schemas.openxmlformats.org/drawingml/2006/main">
            <a:off x="609600" y="6505575"/>
            <a:ext cx="1333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5E6674"/>
                </a:solidFill>
                <a:latin typeface="Malgun Gothic"/>
                <a:ea typeface="Malgun Gothic"/>
                <a:cs typeface="Malgun Gothic"/>
              </a:defRPr>
            </a:pPr>
            <a:r>
              <a:rPr sz="975" b="1">
                <a:solidFill>
                  <a:srgbClr val="5E6674"/>
                </a:solidFill>
                <a:latin typeface="Malgun Gothic"/>
                <a:ea typeface="Malgun Gothic"/>
                <a:cs typeface="Malgun Gothic"/>
              </a:rPr>
              <a:t>TrueFit</a:t>
            </a:r>
          </a:p>
        </p:txBody>
      </p:sp>
      <p:sp>
        <p:nvSpPr>
          <p:cNvPr id="5" name="text-70">
            <a:extLst xmlns:a="http://schemas.openxmlformats.org/drawingml/2006/main">
              <a:ext uri="{FF2B5EF4-FFF2-40B4-BE49-F238E27FC236}">
                <a16:creationId xmlns:a16="http://schemas.microsoft.com/office/drawing/2014/main" id="{FE2BE504-C39D-4D47-B610-A4FED7FBE59A}"/>
              </a:ext>
            </a:extLst>
          </p:cNvPr>
          <p:cNvSpPr>
            <a:spLocks xmlns:a="http://schemas.openxmlformats.org/drawingml/2006/main" noGrp="1"/>
          </p:cNvSpPr>
          <p:nvPr/>
        </p:nvSpPr>
        <p:spPr>
          <a:xfrm xmlns:a="http://schemas.openxmlformats.org/drawingml/2006/main">
            <a:off x="11144250" y="6486525"/>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E6674"/>
                </a:solidFill>
                <a:latin typeface="Malgun Gothic"/>
                <a:ea typeface="Malgun Gothic"/>
                <a:cs typeface="Malgun Gothic"/>
              </a:defRPr>
            </a:pPr>
            <a:r>
              <a:rPr sz="1125" b="0">
                <a:solidFill>
                  <a:srgbClr val="5E6674"/>
                </a:solidFill>
                <a:latin typeface="Malgun Gothic"/>
                <a:ea typeface="Malgun Gothic"/>
                <a:cs typeface="Malgun Gothic"/>
              </a:rPr>
              <a:t>07</a:t>
            </a:r>
          </a:p>
        </p:txBody>
      </p:sp>
      <p:sp>
        <p:nvSpPr>
          <p:cNvPr id="6" name="text-71">
            <a:extLst xmlns:a="http://schemas.openxmlformats.org/drawingml/2006/main">
              <a:ext uri="{FF2B5EF4-FFF2-40B4-BE49-F238E27FC236}">
                <a16:creationId xmlns:a16="http://schemas.microsoft.com/office/drawing/2014/main" id="{E4A556CF-6600-43C9-A89C-8A0E53D6C8F7}"/>
              </a:ext>
            </a:extLst>
          </p:cNvPr>
          <p:cNvSpPr>
            <a:spLocks xmlns:a="http://schemas.openxmlformats.org/drawingml/2006/main" noGrp="1"/>
          </p:cNvSpPr>
          <p:nvPr/>
        </p:nvSpPr>
        <p:spPr>
          <a:xfrm xmlns:a="http://schemas.openxmlformats.org/drawingml/2006/main">
            <a:off x="609600" y="1847850"/>
            <a:ext cx="4143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171B24"/>
                </a:solidFill>
                <a:latin typeface="Malgun Gothic"/>
                <a:ea typeface="Malgun Gothic"/>
                <a:cs typeface="Malgun Gothic"/>
              </a:defRPr>
            </a:pPr>
            <a:r>
              <a:rPr sz="1950" b="1">
                <a:solidFill>
                  <a:srgbClr val="171B24"/>
                </a:solidFill>
                <a:latin typeface="Malgun Gothic"/>
                <a:ea typeface="Malgun Gothic"/>
                <a:cs typeface="Malgun Gothic"/>
              </a:rPr>
              <a:t>리뷰에 담을 정보</a:t>
            </a:r>
          </a:p>
        </p:txBody>
      </p:sp>
      <p:sp>
        <p:nvSpPr>
          <p:cNvPr id="7" name="">
            <a:extLst xmlns:a="http://schemas.openxmlformats.org/drawingml/2006/main">
              <a:ext uri="{FF2B5EF4-FFF2-40B4-BE49-F238E27FC236}">
                <a16:creationId xmlns:a16="http://schemas.microsoft.com/office/drawing/2014/main" id="{DF3F56EE-2055-496A-824F-B631825EA0F5}"/>
              </a:ext>
            </a:extLst>
          </p:cNvPr>
          <p:cNvSpPr>
            <a:spLocks xmlns:a="http://schemas.openxmlformats.org/drawingml/2006/main" noGrp="1"/>
          </p:cNvSpPr>
          <p:nvPr/>
        </p:nvSpPr>
        <p:spPr>
          <a:xfrm xmlns:a="http://schemas.openxmlformats.org/drawingml/2006/main">
            <a:off x="609600" y="2400300"/>
            <a:ext cx="4038600" cy="0"/>
          </a:xfrm>
          <a:prstGeom xmlns:a="http://schemas.openxmlformats.org/drawingml/2006/main" prst="line">
            <a:avLst/>
          </a:prstGeom>
          <a:noFill xmlns:a="http://schemas.openxmlformats.org/drawingml/2006/main"/>
          <a:ln xmlns:a="http://schemas.openxmlformats.org/drawingml/2006/main" w="9525">
            <a:solidFill>
              <a:srgbClr val="DDE2EA"/>
            </a:solidFill>
          </a:ln>
        </p:spPr>
      </p:sp>
      <p:sp>
        <p:nvSpPr>
          <p:cNvPr id="8" name="text-72">
            <a:extLst xmlns:a="http://schemas.openxmlformats.org/drawingml/2006/main">
              <a:ext uri="{FF2B5EF4-FFF2-40B4-BE49-F238E27FC236}">
                <a16:creationId xmlns:a16="http://schemas.microsoft.com/office/drawing/2014/main" id="{0B402140-B25D-484F-86A3-566A397E9C87}"/>
              </a:ext>
            </a:extLst>
          </p:cNvPr>
          <p:cNvSpPr>
            <a:spLocks xmlns:a="http://schemas.openxmlformats.org/drawingml/2006/main" noGrp="1"/>
          </p:cNvSpPr>
          <p:nvPr/>
        </p:nvSpPr>
        <p:spPr>
          <a:xfrm xmlns:a="http://schemas.openxmlformats.org/drawingml/2006/main">
            <a:off x="609600" y="251460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44BC4"/>
                </a:solidFill>
                <a:latin typeface="Malgun Gothic"/>
                <a:ea typeface="Malgun Gothic"/>
                <a:cs typeface="Malgun Gothic"/>
              </a:defRPr>
            </a:pPr>
            <a:r>
              <a:rPr sz="1575" b="1">
                <a:solidFill>
                  <a:srgbClr val="244BC4"/>
                </a:solidFill>
                <a:latin typeface="Malgun Gothic"/>
                <a:ea typeface="Malgun Gothic"/>
                <a:cs typeface="Malgun Gothic"/>
              </a:rPr>
              <a:t>제품</a:t>
            </a:r>
          </a:p>
        </p:txBody>
      </p:sp>
      <p:sp>
        <p:nvSpPr>
          <p:cNvPr id="9" name="text-73">
            <a:extLst xmlns:a="http://schemas.openxmlformats.org/drawingml/2006/main">
              <a:ext uri="{FF2B5EF4-FFF2-40B4-BE49-F238E27FC236}">
                <a16:creationId xmlns:a16="http://schemas.microsoft.com/office/drawing/2014/main" id="{9A5D03A7-D563-4B55-AFF6-4971EE33AD7B}"/>
              </a:ext>
            </a:extLst>
          </p:cNvPr>
          <p:cNvSpPr>
            <a:spLocks xmlns:a="http://schemas.openxmlformats.org/drawingml/2006/main" noGrp="1"/>
          </p:cNvSpPr>
          <p:nvPr/>
        </p:nvSpPr>
        <p:spPr>
          <a:xfrm xmlns:a="http://schemas.openxmlformats.org/drawingml/2006/main">
            <a:off x="1943100" y="2514600"/>
            <a:ext cx="2743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171B24"/>
                </a:solidFill>
                <a:latin typeface="Malgun Gothic"/>
                <a:ea typeface="Malgun Gothic"/>
                <a:cs typeface="Malgun Gothic"/>
              </a:defRPr>
            </a:pPr>
            <a:r>
              <a:rPr sz="1575" b="0">
                <a:solidFill>
                  <a:srgbClr val="171B24"/>
                </a:solidFill>
                <a:latin typeface="Malgun Gothic"/>
                <a:ea typeface="Malgun Gothic"/>
                <a:cs typeface="Malgun Gothic"/>
              </a:rPr>
              <a:t>정확한 모델과 구성</a:t>
            </a:r>
          </a:p>
        </p:txBody>
      </p:sp>
      <p:sp>
        <p:nvSpPr>
          <p:cNvPr id="10" name="">
            <a:extLst xmlns:a="http://schemas.openxmlformats.org/drawingml/2006/main">
              <a:ext uri="{FF2B5EF4-FFF2-40B4-BE49-F238E27FC236}">
                <a16:creationId xmlns:a16="http://schemas.microsoft.com/office/drawing/2014/main" id="{F8960321-72FF-42BA-93B3-3F230319D425}"/>
              </a:ext>
            </a:extLst>
          </p:cNvPr>
          <p:cNvSpPr>
            <a:spLocks xmlns:a="http://schemas.openxmlformats.org/drawingml/2006/main" noGrp="1"/>
          </p:cNvSpPr>
          <p:nvPr/>
        </p:nvSpPr>
        <p:spPr>
          <a:xfrm xmlns:a="http://schemas.openxmlformats.org/drawingml/2006/main">
            <a:off x="609600" y="3086100"/>
            <a:ext cx="4038600" cy="0"/>
          </a:xfrm>
          <a:prstGeom xmlns:a="http://schemas.openxmlformats.org/drawingml/2006/main" prst="line">
            <a:avLst/>
          </a:prstGeom>
          <a:noFill xmlns:a="http://schemas.openxmlformats.org/drawingml/2006/main"/>
          <a:ln xmlns:a="http://schemas.openxmlformats.org/drawingml/2006/main" w="9525">
            <a:solidFill>
              <a:srgbClr val="DDE2EA"/>
            </a:solidFill>
          </a:ln>
        </p:spPr>
      </p:sp>
      <p:sp>
        <p:nvSpPr>
          <p:cNvPr id="11" name="text-74">
            <a:extLst xmlns:a="http://schemas.openxmlformats.org/drawingml/2006/main">
              <a:ext uri="{FF2B5EF4-FFF2-40B4-BE49-F238E27FC236}">
                <a16:creationId xmlns:a16="http://schemas.microsoft.com/office/drawing/2014/main" id="{4632AE44-919C-410A-8264-34A35BAA6761}"/>
              </a:ext>
            </a:extLst>
          </p:cNvPr>
          <p:cNvSpPr>
            <a:spLocks xmlns:a="http://schemas.openxmlformats.org/drawingml/2006/main" noGrp="1"/>
          </p:cNvSpPr>
          <p:nvPr/>
        </p:nvSpPr>
        <p:spPr>
          <a:xfrm xmlns:a="http://schemas.openxmlformats.org/drawingml/2006/main">
            <a:off x="609600" y="320040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44BC4"/>
                </a:solidFill>
                <a:latin typeface="Malgun Gothic"/>
                <a:ea typeface="Malgun Gothic"/>
                <a:cs typeface="Malgun Gothic"/>
              </a:defRPr>
            </a:pPr>
            <a:r>
              <a:rPr sz="1575" b="1">
                <a:solidFill>
                  <a:srgbClr val="244BC4"/>
                </a:solidFill>
                <a:latin typeface="Malgun Gothic"/>
                <a:ea typeface="Malgun Gothic"/>
                <a:cs typeface="Malgun Gothic"/>
              </a:rPr>
              <a:t>사용 맥락</a:t>
            </a:r>
          </a:p>
        </p:txBody>
      </p:sp>
      <p:sp>
        <p:nvSpPr>
          <p:cNvPr id="12" name="text-75">
            <a:extLst xmlns:a="http://schemas.openxmlformats.org/drawingml/2006/main">
              <a:ext uri="{FF2B5EF4-FFF2-40B4-BE49-F238E27FC236}">
                <a16:creationId xmlns:a16="http://schemas.microsoft.com/office/drawing/2014/main" id="{A1AD026D-60B1-4696-80C1-05E0A414ACB8}"/>
              </a:ext>
            </a:extLst>
          </p:cNvPr>
          <p:cNvSpPr>
            <a:spLocks xmlns:a="http://schemas.openxmlformats.org/drawingml/2006/main" noGrp="1"/>
          </p:cNvSpPr>
          <p:nvPr/>
        </p:nvSpPr>
        <p:spPr>
          <a:xfrm xmlns:a="http://schemas.openxmlformats.org/drawingml/2006/main">
            <a:off x="1943100" y="3200400"/>
            <a:ext cx="2743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171B24"/>
                </a:solidFill>
                <a:latin typeface="Malgun Gothic"/>
                <a:ea typeface="Malgun Gothic"/>
                <a:cs typeface="Malgun Gothic"/>
              </a:defRPr>
            </a:pPr>
            <a:r>
              <a:rPr sz="1575" b="0">
                <a:solidFill>
                  <a:srgbClr val="171B24"/>
                </a:solidFill>
                <a:latin typeface="Malgun Gothic"/>
                <a:ea typeface="Malgun Gothic"/>
                <a:cs typeface="Malgun Gothic"/>
              </a:rPr>
              <a:t>목적·기간·환경</a:t>
            </a:r>
          </a:p>
        </p:txBody>
      </p:sp>
      <p:sp>
        <p:nvSpPr>
          <p:cNvPr id="13" name="">
            <a:extLst xmlns:a="http://schemas.openxmlformats.org/drawingml/2006/main">
              <a:ext uri="{FF2B5EF4-FFF2-40B4-BE49-F238E27FC236}">
                <a16:creationId xmlns:a16="http://schemas.microsoft.com/office/drawing/2014/main" id="{81EDE3A1-51E8-4B6B-9053-3BD51D110B0F}"/>
              </a:ext>
            </a:extLst>
          </p:cNvPr>
          <p:cNvSpPr>
            <a:spLocks xmlns:a="http://schemas.openxmlformats.org/drawingml/2006/main" noGrp="1"/>
          </p:cNvSpPr>
          <p:nvPr/>
        </p:nvSpPr>
        <p:spPr>
          <a:xfrm xmlns:a="http://schemas.openxmlformats.org/drawingml/2006/main">
            <a:off x="609600" y="3771900"/>
            <a:ext cx="4038600" cy="0"/>
          </a:xfrm>
          <a:prstGeom xmlns:a="http://schemas.openxmlformats.org/drawingml/2006/main" prst="line">
            <a:avLst/>
          </a:prstGeom>
          <a:noFill xmlns:a="http://schemas.openxmlformats.org/drawingml/2006/main"/>
          <a:ln xmlns:a="http://schemas.openxmlformats.org/drawingml/2006/main" w="9525">
            <a:solidFill>
              <a:srgbClr val="DDE2EA"/>
            </a:solidFill>
          </a:ln>
        </p:spPr>
      </p:sp>
      <p:sp>
        <p:nvSpPr>
          <p:cNvPr id="14" name="text-76">
            <a:extLst xmlns:a="http://schemas.openxmlformats.org/drawingml/2006/main">
              <a:ext uri="{FF2B5EF4-FFF2-40B4-BE49-F238E27FC236}">
                <a16:creationId xmlns:a16="http://schemas.microsoft.com/office/drawing/2014/main" id="{EC206FAF-D2C1-40B0-A893-ACEF5BA66348}"/>
              </a:ext>
            </a:extLst>
          </p:cNvPr>
          <p:cNvSpPr>
            <a:spLocks xmlns:a="http://schemas.openxmlformats.org/drawingml/2006/main" noGrp="1"/>
          </p:cNvSpPr>
          <p:nvPr/>
        </p:nvSpPr>
        <p:spPr>
          <a:xfrm xmlns:a="http://schemas.openxmlformats.org/drawingml/2006/main">
            <a:off x="609600" y="388620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44BC4"/>
                </a:solidFill>
                <a:latin typeface="Malgun Gothic"/>
                <a:ea typeface="Malgun Gothic"/>
                <a:cs typeface="Malgun Gothic"/>
              </a:defRPr>
            </a:pPr>
            <a:r>
              <a:rPr sz="1575" b="1">
                <a:solidFill>
                  <a:srgbClr val="244BC4"/>
                </a:solidFill>
                <a:latin typeface="Malgun Gothic"/>
                <a:ea typeface="Malgun Gothic"/>
                <a:cs typeface="Malgun Gothic"/>
              </a:rPr>
              <a:t>사용 경험</a:t>
            </a:r>
          </a:p>
        </p:txBody>
      </p:sp>
      <p:sp>
        <p:nvSpPr>
          <p:cNvPr id="15" name="text-77">
            <a:extLst xmlns:a="http://schemas.openxmlformats.org/drawingml/2006/main">
              <a:ext uri="{FF2B5EF4-FFF2-40B4-BE49-F238E27FC236}">
                <a16:creationId xmlns:a16="http://schemas.microsoft.com/office/drawing/2014/main" id="{557FC515-E304-4E27-A88F-E1514E299F7B}"/>
              </a:ext>
            </a:extLst>
          </p:cNvPr>
          <p:cNvSpPr>
            <a:spLocks xmlns:a="http://schemas.openxmlformats.org/drawingml/2006/main" noGrp="1"/>
          </p:cNvSpPr>
          <p:nvPr/>
        </p:nvSpPr>
        <p:spPr>
          <a:xfrm xmlns:a="http://schemas.openxmlformats.org/drawingml/2006/main">
            <a:off x="1943100" y="3886200"/>
            <a:ext cx="2743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171B24"/>
                </a:solidFill>
                <a:latin typeface="Malgun Gothic"/>
                <a:ea typeface="Malgun Gothic"/>
                <a:cs typeface="Malgun Gothic"/>
              </a:defRPr>
            </a:pPr>
            <a:r>
              <a:rPr sz="1575" b="0">
                <a:solidFill>
                  <a:srgbClr val="171B24"/>
                </a:solidFill>
                <a:latin typeface="Malgun Gothic"/>
                <a:ea typeface="Malgun Gothic"/>
                <a:cs typeface="Malgun Gothic"/>
              </a:rPr>
              <a:t>장점·불편·체감 특성</a:t>
            </a:r>
          </a:p>
        </p:txBody>
      </p:sp>
      <p:sp>
        <p:nvSpPr>
          <p:cNvPr id="16" name="">
            <a:extLst xmlns:a="http://schemas.openxmlformats.org/drawingml/2006/main">
              <a:ext uri="{FF2B5EF4-FFF2-40B4-BE49-F238E27FC236}">
                <a16:creationId xmlns:a16="http://schemas.microsoft.com/office/drawing/2014/main" id="{A1FA4FF4-0366-4240-AA38-406751B913ED}"/>
              </a:ext>
            </a:extLst>
          </p:cNvPr>
          <p:cNvSpPr>
            <a:spLocks xmlns:a="http://schemas.openxmlformats.org/drawingml/2006/main" noGrp="1"/>
          </p:cNvSpPr>
          <p:nvPr/>
        </p:nvSpPr>
        <p:spPr>
          <a:xfrm xmlns:a="http://schemas.openxmlformats.org/drawingml/2006/main">
            <a:off x="609600" y="4457700"/>
            <a:ext cx="4038600" cy="0"/>
          </a:xfrm>
          <a:prstGeom xmlns:a="http://schemas.openxmlformats.org/drawingml/2006/main" prst="line">
            <a:avLst/>
          </a:prstGeom>
          <a:noFill xmlns:a="http://schemas.openxmlformats.org/drawingml/2006/main"/>
          <a:ln xmlns:a="http://schemas.openxmlformats.org/drawingml/2006/main" w="9525">
            <a:solidFill>
              <a:srgbClr val="DDE2EA"/>
            </a:solidFill>
          </a:ln>
        </p:spPr>
      </p:sp>
      <p:sp>
        <p:nvSpPr>
          <p:cNvPr id="17" name="text-78">
            <a:extLst xmlns:a="http://schemas.openxmlformats.org/drawingml/2006/main">
              <a:ext uri="{FF2B5EF4-FFF2-40B4-BE49-F238E27FC236}">
                <a16:creationId xmlns:a16="http://schemas.microsoft.com/office/drawing/2014/main" id="{3669C127-936C-4339-811C-29187B7978C2}"/>
              </a:ext>
            </a:extLst>
          </p:cNvPr>
          <p:cNvSpPr>
            <a:spLocks xmlns:a="http://schemas.openxmlformats.org/drawingml/2006/main" noGrp="1"/>
          </p:cNvSpPr>
          <p:nvPr/>
        </p:nvSpPr>
        <p:spPr>
          <a:xfrm xmlns:a="http://schemas.openxmlformats.org/drawingml/2006/main">
            <a:off x="609600" y="457200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44BC4"/>
                </a:solidFill>
                <a:latin typeface="Malgun Gothic"/>
                <a:ea typeface="Malgun Gothic"/>
                <a:cs typeface="Malgun Gothic"/>
              </a:defRPr>
            </a:pPr>
            <a:r>
              <a:rPr sz="1575" b="1">
                <a:solidFill>
                  <a:srgbClr val="244BC4"/>
                </a:solidFill>
                <a:latin typeface="Malgun Gothic"/>
                <a:ea typeface="Malgun Gothic"/>
                <a:cs typeface="Malgun Gothic"/>
              </a:rPr>
              <a:t>신뢰 단서</a:t>
            </a:r>
          </a:p>
        </p:txBody>
      </p:sp>
      <p:sp>
        <p:nvSpPr>
          <p:cNvPr id="18" name="text-79">
            <a:extLst xmlns:a="http://schemas.openxmlformats.org/drawingml/2006/main">
              <a:ext uri="{FF2B5EF4-FFF2-40B4-BE49-F238E27FC236}">
                <a16:creationId xmlns:a16="http://schemas.microsoft.com/office/drawing/2014/main" id="{F230F3FA-1319-4331-89CC-2C99F112AF39}"/>
              </a:ext>
            </a:extLst>
          </p:cNvPr>
          <p:cNvSpPr>
            <a:spLocks xmlns:a="http://schemas.openxmlformats.org/drawingml/2006/main" noGrp="1"/>
          </p:cNvSpPr>
          <p:nvPr/>
        </p:nvSpPr>
        <p:spPr>
          <a:xfrm xmlns:a="http://schemas.openxmlformats.org/drawingml/2006/main">
            <a:off x="1943100" y="4572000"/>
            <a:ext cx="2743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171B24"/>
                </a:solidFill>
                <a:latin typeface="Malgun Gothic"/>
                <a:ea typeface="Malgun Gothic"/>
                <a:cs typeface="Malgun Gothic"/>
              </a:defRPr>
            </a:pPr>
            <a:r>
              <a:rPr sz="1575" b="0">
                <a:solidFill>
                  <a:srgbClr val="171B24"/>
                </a:solidFill>
                <a:latin typeface="Malgun Gothic"/>
                <a:ea typeface="Malgun Gothic"/>
                <a:cs typeface="Malgun Gothic"/>
              </a:rPr>
              <a:t>구매 확인·중복·표본 수</a:t>
            </a:r>
          </a:p>
        </p:txBody>
      </p:sp>
      <p:sp>
        <p:nvSpPr>
          <p:cNvPr id="19" name="">
            <a:extLst xmlns:a="http://schemas.openxmlformats.org/drawingml/2006/main">
              <a:ext uri="{FF2B5EF4-FFF2-40B4-BE49-F238E27FC236}">
                <a16:creationId xmlns:a16="http://schemas.microsoft.com/office/drawing/2014/main" id="{6D1497A8-7FEC-4E91-9792-57641C8F1C86}"/>
              </a:ext>
            </a:extLst>
          </p:cNvPr>
          <p:cNvSpPr>
            <a:spLocks xmlns:a="http://schemas.openxmlformats.org/drawingml/2006/main" noGrp="1"/>
          </p:cNvSpPr>
          <p:nvPr/>
        </p:nvSpPr>
        <p:spPr>
          <a:xfrm xmlns:a="http://schemas.openxmlformats.org/drawingml/2006/main">
            <a:off x="5400675" y="2324100"/>
            <a:ext cx="2505075" cy="704850"/>
          </a:xfrm>
          <a:prstGeom xmlns:a="http://schemas.openxmlformats.org/drawingml/2006/main" prst="rect">
            <a:avLst/>
          </a:prstGeom>
          <a:solidFill xmlns:a="http://schemas.openxmlformats.org/drawingml/2006/main">
            <a:srgbClr val="EEF2FC"/>
          </a:solidFill>
          <a:ln xmlns:a="http://schemas.openxmlformats.org/drawingml/2006/main" w="0">
            <a:noFill/>
          </a:ln>
        </p:spPr>
        <p:txBody>
          <a:bodyPr xmlns:a="http://schemas.openxmlformats.org/drawingml/2006/main" lIns="95250" tIns="66675" rIns="95250" bIns="66675" anchor="ctr"/>
          <a:lstStyle xmlns:a="http://schemas.openxmlformats.org/drawingml/2006/main"/>
          <a:p xmlns:a="http://schemas.openxmlformats.org/drawingml/2006/main">
            <a:pPr algn="ctr">
              <a:defRPr sz="1650" b="1">
                <a:solidFill>
                  <a:srgbClr val="171B24"/>
                </a:solidFill>
                <a:latin typeface="Malgun Gothic"/>
                <a:ea typeface="Malgun Gothic"/>
                <a:cs typeface="Malgun Gothic"/>
              </a:defRPr>
            </a:pPr>
            <a:r>
              <a:rPr sz="1650" b="1">
                <a:solidFill>
                  <a:srgbClr val="171B24"/>
                </a:solidFill>
                <a:latin typeface="Malgun Gothic"/>
                <a:ea typeface="Malgun Gothic"/>
                <a:cs typeface="Malgun Gothic"/>
              </a:rPr>
              <a:t>목적에 맞춘 추천</a:t>
            </a:r>
          </a:p>
        </p:txBody>
      </p:sp>
      <p:sp>
        <p:nvSpPr>
          <p:cNvPr id="20" name="">
            <a:extLst xmlns:a="http://schemas.openxmlformats.org/drawingml/2006/main">
              <a:ext uri="{FF2B5EF4-FFF2-40B4-BE49-F238E27FC236}">
                <a16:creationId xmlns:a16="http://schemas.microsoft.com/office/drawing/2014/main" id="{25093D4A-7072-4B91-A589-0A056A08BBD2}"/>
              </a:ext>
            </a:extLst>
          </p:cNvPr>
          <p:cNvSpPr>
            <a:spLocks xmlns:a="http://schemas.openxmlformats.org/drawingml/2006/main" noGrp="1"/>
          </p:cNvSpPr>
          <p:nvPr/>
        </p:nvSpPr>
        <p:spPr>
          <a:xfrm xmlns:a="http://schemas.openxmlformats.org/drawingml/2006/main">
            <a:off x="8839200" y="2324100"/>
            <a:ext cx="2505075" cy="704850"/>
          </a:xfrm>
          <a:prstGeom xmlns:a="http://schemas.openxmlformats.org/drawingml/2006/main" prst="rect">
            <a:avLst/>
          </a:prstGeom>
          <a:solidFill xmlns:a="http://schemas.openxmlformats.org/drawingml/2006/main">
            <a:srgbClr val="EEF2FC"/>
          </a:solidFill>
          <a:ln xmlns:a="http://schemas.openxmlformats.org/drawingml/2006/main" w="0">
            <a:noFill/>
          </a:ln>
        </p:spPr>
        <p:txBody>
          <a:bodyPr xmlns:a="http://schemas.openxmlformats.org/drawingml/2006/main" lIns="95250" tIns="66675" rIns="95250" bIns="66675" anchor="ctr"/>
          <a:lstStyle xmlns:a="http://schemas.openxmlformats.org/drawingml/2006/main"/>
          <a:p xmlns:a="http://schemas.openxmlformats.org/drawingml/2006/main">
            <a:pPr algn="ctr">
              <a:defRPr sz="1650" b="1">
                <a:solidFill>
                  <a:srgbClr val="171B24"/>
                </a:solidFill>
                <a:latin typeface="Malgun Gothic"/>
                <a:ea typeface="Malgun Gothic"/>
                <a:cs typeface="Malgun Gothic"/>
              </a:defRPr>
            </a:pPr>
            <a:r>
              <a:rPr sz="1650" b="1">
                <a:solidFill>
                  <a:srgbClr val="171B24"/>
                </a:solidFill>
                <a:latin typeface="Malgun Gothic"/>
                <a:ea typeface="Malgun Gothic"/>
                <a:cs typeface="Malgun Gothic"/>
              </a:rPr>
              <a:t>구매 후 제품 리뷰</a:t>
            </a:r>
          </a:p>
        </p:txBody>
      </p:sp>
      <p:sp>
        <p:nvSpPr>
          <p:cNvPr id="21" name="">
            <a:extLst xmlns:a="http://schemas.openxmlformats.org/drawingml/2006/main">
              <a:ext uri="{FF2B5EF4-FFF2-40B4-BE49-F238E27FC236}">
                <a16:creationId xmlns:a16="http://schemas.microsoft.com/office/drawing/2014/main" id="{7C2E8749-4AF6-417B-A3F1-084F3578CEE8}"/>
              </a:ext>
            </a:extLst>
          </p:cNvPr>
          <p:cNvSpPr>
            <a:spLocks xmlns:a="http://schemas.openxmlformats.org/drawingml/2006/main" noGrp="1"/>
          </p:cNvSpPr>
          <p:nvPr/>
        </p:nvSpPr>
        <p:spPr>
          <a:xfrm xmlns:a="http://schemas.openxmlformats.org/drawingml/2006/main">
            <a:off x="8839200" y="4143375"/>
            <a:ext cx="2505075" cy="704850"/>
          </a:xfrm>
          <a:prstGeom xmlns:a="http://schemas.openxmlformats.org/drawingml/2006/main" prst="rect">
            <a:avLst/>
          </a:prstGeom>
          <a:solidFill xmlns:a="http://schemas.openxmlformats.org/drawingml/2006/main">
            <a:srgbClr val="EEF2FC"/>
          </a:solidFill>
          <a:ln xmlns:a="http://schemas.openxmlformats.org/drawingml/2006/main" w="0">
            <a:noFill/>
          </a:ln>
        </p:spPr>
        <p:txBody>
          <a:bodyPr xmlns:a="http://schemas.openxmlformats.org/drawingml/2006/main" lIns="95250" tIns="66675" rIns="95250" bIns="66675" anchor="ctr"/>
          <a:lstStyle xmlns:a="http://schemas.openxmlformats.org/drawingml/2006/main"/>
          <a:p xmlns:a="http://schemas.openxmlformats.org/drawingml/2006/main">
            <a:pPr algn="ctr">
              <a:defRPr sz="1650" b="1">
                <a:solidFill>
                  <a:srgbClr val="171B24"/>
                </a:solidFill>
                <a:latin typeface="Malgun Gothic"/>
                <a:ea typeface="Malgun Gothic"/>
                <a:cs typeface="Malgun Gothic"/>
              </a:defRPr>
            </a:pPr>
            <a:r>
              <a:rPr sz="1650" b="1">
                <a:solidFill>
                  <a:srgbClr val="171B24"/>
                </a:solidFill>
                <a:latin typeface="Malgun Gothic"/>
                <a:ea typeface="Malgun Gothic"/>
                <a:cs typeface="Malgun Gothic"/>
              </a:rPr>
              <a:t>경험 특성 분석</a:t>
            </a:r>
          </a:p>
        </p:txBody>
      </p:sp>
      <p:sp>
        <p:nvSpPr>
          <p:cNvPr id="22" name="">
            <a:extLst xmlns:a="http://schemas.openxmlformats.org/drawingml/2006/main">
              <a:ext uri="{FF2B5EF4-FFF2-40B4-BE49-F238E27FC236}">
                <a16:creationId xmlns:a16="http://schemas.microsoft.com/office/drawing/2014/main" id="{99F36898-5E43-4E84-98A7-C2C2F1B3AABD}"/>
              </a:ext>
            </a:extLst>
          </p:cNvPr>
          <p:cNvSpPr>
            <a:spLocks xmlns:a="http://schemas.openxmlformats.org/drawingml/2006/main" noGrp="1"/>
          </p:cNvSpPr>
          <p:nvPr/>
        </p:nvSpPr>
        <p:spPr>
          <a:xfrm xmlns:a="http://schemas.openxmlformats.org/drawingml/2006/main">
            <a:off x="5400675" y="4143375"/>
            <a:ext cx="2505075" cy="704850"/>
          </a:xfrm>
          <a:prstGeom xmlns:a="http://schemas.openxmlformats.org/drawingml/2006/main" prst="rect">
            <a:avLst/>
          </a:prstGeom>
          <a:solidFill xmlns:a="http://schemas.openxmlformats.org/drawingml/2006/main">
            <a:srgbClr val="EEF2FC"/>
          </a:solidFill>
          <a:ln xmlns:a="http://schemas.openxmlformats.org/drawingml/2006/main" w="0">
            <a:noFill/>
          </a:ln>
        </p:spPr>
        <p:txBody>
          <a:bodyPr xmlns:a="http://schemas.openxmlformats.org/drawingml/2006/main" lIns="95250" tIns="66675" rIns="95250" bIns="66675" anchor="ctr"/>
          <a:lstStyle xmlns:a="http://schemas.openxmlformats.org/drawingml/2006/main"/>
          <a:p xmlns:a="http://schemas.openxmlformats.org/drawingml/2006/main">
            <a:pPr algn="ctr">
              <a:defRPr sz="1650" b="1">
                <a:solidFill>
                  <a:srgbClr val="171B24"/>
                </a:solidFill>
                <a:latin typeface="Malgun Gothic"/>
                <a:ea typeface="Malgun Gothic"/>
                <a:cs typeface="Malgun Gothic"/>
              </a:defRPr>
            </a:pPr>
            <a:r>
              <a:rPr sz="1650" b="1">
                <a:solidFill>
                  <a:srgbClr val="171B24"/>
                </a:solidFill>
                <a:latin typeface="Malgun Gothic"/>
                <a:ea typeface="Malgun Gothic"/>
                <a:cs typeface="Malgun Gothic"/>
              </a:rPr>
              <a:t>근거 품질 평가</a:t>
            </a:r>
          </a:p>
        </p:txBody>
      </p:sp>
      <p:cxnSp>
        <p:nvCxnSpPr>
          <p:cNvPr id="51" name=""/>
          <p:cNvCxnSpPr>
            <a:stCxn xmlns:a="http://schemas.openxmlformats.org/drawingml/2006/main" id="19" idx="3"/>
            <a:endCxn xmlns:a="http://schemas.openxmlformats.org/drawingml/2006/main" id="20" idx="1"/>
          </p:cNvCxnSpPr>
          <p:nvPr/>
        </p:nvCxnSpPr>
        <p:spPr>
          <a:xfrm xmlns:a="http://schemas.openxmlformats.org/drawingml/2006/main">
            <a:off x="7905750" y="2676525"/>
            <a:ext cx="933450" cy="0"/>
          </a:xfrm>
          <a:prstGeom xmlns:a="http://schemas.openxmlformats.org/drawingml/2006/main" prst="straightConnector1">
            <a:avLst/>
          </a:prstGeom>
          <a:ln xmlns:a="http://schemas.openxmlformats.org/drawingml/2006/main" w="19050">
            <a:solidFill>
              <a:srgbClr val="244BC4"/>
            </a:solidFill>
            <a:tailEnd type="triangle" w="sm" len="sm"/>
          </a:ln>
        </p:spPr>
      </p:cxnSp>
      <p:cxnSp>
        <p:nvCxnSpPr>
          <p:cNvPr id="52" name=""/>
          <p:cNvCxnSpPr>
            <a:stCxn xmlns:a="http://schemas.openxmlformats.org/drawingml/2006/main" id="20" idx="2"/>
            <a:endCxn xmlns:a="http://schemas.openxmlformats.org/drawingml/2006/main" id="21" idx="0"/>
          </p:cNvCxnSpPr>
          <p:nvPr/>
        </p:nvCxnSpPr>
        <p:spPr>
          <a:xfrm xmlns:a="http://schemas.openxmlformats.org/drawingml/2006/main">
            <a:off x="10091738" y="3028950"/>
            <a:ext cx="0" cy="1114425"/>
          </a:xfrm>
          <a:prstGeom xmlns:a="http://schemas.openxmlformats.org/drawingml/2006/main" prst="straightConnector1">
            <a:avLst/>
          </a:prstGeom>
          <a:ln xmlns:a="http://schemas.openxmlformats.org/drawingml/2006/main" w="19050">
            <a:solidFill>
              <a:srgbClr val="244BC4"/>
            </a:solidFill>
            <a:tailEnd type="triangle" w="sm" len="sm"/>
          </a:ln>
        </p:spPr>
      </p:cxnSp>
      <p:cxnSp>
        <p:nvCxnSpPr>
          <p:cNvPr id="53" name=""/>
          <p:cNvCxnSpPr>
            <a:stCxn xmlns:a="http://schemas.openxmlformats.org/drawingml/2006/main" id="21" idx="1"/>
            <a:endCxn xmlns:a="http://schemas.openxmlformats.org/drawingml/2006/main" id="22" idx="3"/>
          </p:cNvCxnSpPr>
          <p:nvPr/>
        </p:nvCxnSpPr>
        <p:spPr>
          <a:xfrm xmlns:a="http://schemas.openxmlformats.org/drawingml/2006/main" flipH="1">
            <a:off x="7905750" y="4495800"/>
            <a:ext cx="933450" cy="0"/>
          </a:xfrm>
          <a:prstGeom xmlns:a="http://schemas.openxmlformats.org/drawingml/2006/main" prst="straightConnector1">
            <a:avLst/>
          </a:prstGeom>
          <a:ln xmlns:a="http://schemas.openxmlformats.org/drawingml/2006/main" w="19050">
            <a:solidFill>
              <a:srgbClr val="244BC4"/>
            </a:solidFill>
            <a:tailEnd type="triangle" w="sm" len="sm"/>
          </a:ln>
        </p:spPr>
      </p:cxnSp>
      <p:cxnSp>
        <p:nvCxnSpPr>
          <p:cNvPr id="54" name=""/>
          <p:cNvCxnSpPr>
            <a:stCxn xmlns:a="http://schemas.openxmlformats.org/drawingml/2006/main" id="22" idx="0"/>
            <a:endCxn xmlns:a="http://schemas.openxmlformats.org/drawingml/2006/main" id="19" idx="2"/>
          </p:cNvCxnSpPr>
          <p:nvPr/>
        </p:nvCxnSpPr>
        <p:spPr>
          <a:xfrm xmlns:a="http://schemas.openxmlformats.org/drawingml/2006/main" flipV="1">
            <a:off x="6653213" y="3028950"/>
            <a:ext cx="0" cy="1114425"/>
          </a:xfrm>
          <a:prstGeom xmlns:a="http://schemas.openxmlformats.org/drawingml/2006/main" prst="straightConnector1">
            <a:avLst/>
          </a:prstGeom>
          <a:ln xmlns:a="http://schemas.openxmlformats.org/drawingml/2006/main" w="19050">
            <a:solidFill>
              <a:srgbClr val="244BC4"/>
            </a:solidFill>
            <a:tailEnd type="triangle" w="sm" len="sm"/>
          </a:ln>
        </p:spPr>
      </p:cxnSp>
      <p:sp>
        <p:nvSpPr>
          <p:cNvPr id="27" name="text-80">
            <a:extLst xmlns:a="http://schemas.openxmlformats.org/drawingml/2006/main">
              <a:ext uri="{FF2B5EF4-FFF2-40B4-BE49-F238E27FC236}">
                <a16:creationId xmlns:a16="http://schemas.microsoft.com/office/drawing/2014/main" id="{E8E48E33-7D54-404F-AAEB-031027BC03EA}"/>
              </a:ext>
            </a:extLst>
          </p:cNvPr>
          <p:cNvSpPr>
            <a:spLocks xmlns:a="http://schemas.openxmlformats.org/drawingml/2006/main" noGrp="1"/>
          </p:cNvSpPr>
          <p:nvPr/>
        </p:nvSpPr>
        <p:spPr>
          <a:xfrm xmlns:a="http://schemas.openxmlformats.org/drawingml/2006/main">
            <a:off x="5648325" y="5334000"/>
            <a:ext cx="5619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E6674"/>
                </a:solidFill>
                <a:latin typeface="Malgun Gothic"/>
                <a:ea typeface="Malgun Gothic"/>
                <a:cs typeface="Malgun Gothic"/>
              </a:defRPr>
            </a:pPr>
            <a:r>
              <a:rPr sz="1650" b="0">
                <a:solidFill>
                  <a:srgbClr val="5E6674"/>
                </a:solidFill>
                <a:latin typeface="Malgun Gothic"/>
                <a:ea typeface="Malgun Gothic"/>
                <a:cs typeface="Malgun Gothic"/>
              </a:rPr>
              <a:t>표본이 적으면 판단을 유보하고,</a:t>
            </a:r>
          </a:p>
          <a:p xmlns:a="http://schemas.openxmlformats.org/drawingml/2006/main">
            <a:pPr>
              <a:defRPr sz="1650" b="0">
                <a:solidFill>
                  <a:srgbClr val="5E6674"/>
                </a:solidFill>
                <a:latin typeface="Malgun Gothic"/>
                <a:ea typeface="Malgun Gothic"/>
                <a:cs typeface="Malgun Gothic"/>
              </a:defRPr>
            </a:pPr>
            <a:r>
              <a:rPr sz="1650" b="0">
                <a:solidFill>
                  <a:srgbClr val="5E6674"/>
                </a:solidFill>
                <a:latin typeface="Malgun Gothic"/>
                <a:ea typeface="Malgun Gothic"/>
                <a:cs typeface="Malgun Gothic"/>
              </a:rPr>
              <a:t>추천 개선은 사용자 실험으로 확인</a:t>
            </a:r>
          </a:p>
        </p:txBody>
      </p:sp>
      <p:sp>
        <p:nvSpPr>
          <p:cNvPr id="28" name="text-81">
            <a:extLst xmlns:a="http://schemas.openxmlformats.org/drawingml/2006/main">
              <a:ext uri="{FF2B5EF4-FFF2-40B4-BE49-F238E27FC236}">
                <a16:creationId xmlns:a16="http://schemas.microsoft.com/office/drawing/2014/main" id="{F2C3C031-ADCA-48FB-9C7D-62B2FD0262F9}"/>
              </a:ext>
            </a:extLst>
          </p:cNvPr>
          <p:cNvSpPr>
            <a:spLocks xmlns:a="http://schemas.openxmlformats.org/drawingml/2006/main" noGrp="1"/>
          </p:cNvSpPr>
          <p:nvPr/>
        </p:nvSpPr>
        <p:spPr>
          <a:xfrm xmlns:a="http://schemas.openxmlformats.org/drawingml/2006/main">
            <a:off x="619125" y="5991225"/>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0">
                <a:solidFill>
                  <a:srgbClr val="5E6674"/>
                </a:solidFill>
                <a:latin typeface="Malgun Gothic"/>
                <a:ea typeface="Malgun Gothic"/>
                <a:cs typeface="Malgun Gothic"/>
              </a:defRPr>
            </a:pPr>
            <a:r>
              <a:rPr sz="975" b="0">
                <a:solidFill>
                  <a:srgbClr val="5E6674"/>
                </a:solidFill>
                <a:latin typeface="Malgun Gothic"/>
                <a:ea typeface="Malgun Gothic"/>
                <a:cs typeface="Malgun Gothic"/>
              </a:rPr>
              <a:t>신규 개발 계획 · 리뷰 작성 UI와 수집 정책 포함</a:t>
            </a:r>
          </a:p>
        </p:txBody>
      </p:sp>
    </p:spTree>
    <p:extLst>
      <p:ext uri="{BB962C8B-B14F-4D97-AF65-F5344CB8AC3E}">
        <p14:creationId xmlns:p14="http://schemas.microsoft.com/office/powerpoint/2010/main" val="140412610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82">
            <a:extLst xmlns:a="http://schemas.openxmlformats.org/drawingml/2006/main">
              <a:ext uri="{FF2B5EF4-FFF2-40B4-BE49-F238E27FC236}">
                <a16:creationId xmlns:a16="http://schemas.microsoft.com/office/drawing/2014/main" id="{B005CD93-A089-4A63-A716-98B1E1FA1444}"/>
              </a:ext>
            </a:extLst>
          </p:cNvPr>
          <p:cNvSpPr>
            <a:spLocks xmlns:a="http://schemas.openxmlformats.org/drawingml/2006/main" noGrp="1"/>
          </p:cNvSpPr>
          <p:nvPr/>
        </p:nvSpPr>
        <p:spPr>
          <a:xfrm xmlns:a="http://schemas.openxmlformats.org/drawingml/2006/main">
            <a:off x="609600" y="447675"/>
            <a:ext cx="10953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1">
                <a:solidFill>
                  <a:srgbClr val="171B24"/>
                </a:solidFill>
                <a:latin typeface="Malgun Gothic"/>
                <a:ea typeface="Malgun Gothic"/>
                <a:cs typeface="Malgun Gothic"/>
              </a:defRPr>
            </a:pPr>
            <a:r>
              <a:rPr sz="2700" b="1">
                <a:solidFill>
                  <a:srgbClr val="171B24"/>
                </a:solidFill>
                <a:latin typeface="Malgun Gothic"/>
                <a:ea typeface="Malgun Gothic"/>
                <a:cs typeface="Malgun Gothic"/>
              </a:rPr>
              <a:t>기존 구매 방법과의 차이</a:t>
            </a:r>
          </a:p>
        </p:txBody>
      </p:sp>
      <p:sp>
        <p:nvSpPr>
          <p:cNvPr id="2" name="text-83">
            <a:extLst xmlns:a="http://schemas.openxmlformats.org/drawingml/2006/main">
              <a:ext uri="{FF2B5EF4-FFF2-40B4-BE49-F238E27FC236}">
                <a16:creationId xmlns:a16="http://schemas.microsoft.com/office/drawing/2014/main" id="{448640F2-E0D1-4A01-92ED-88FBE563DA13}"/>
              </a:ext>
            </a:extLst>
          </p:cNvPr>
          <p:cNvSpPr>
            <a:spLocks xmlns:a="http://schemas.openxmlformats.org/drawingml/2006/main" noGrp="1"/>
          </p:cNvSpPr>
          <p:nvPr/>
        </p:nvSpPr>
        <p:spPr>
          <a:xfrm xmlns:a="http://schemas.openxmlformats.org/drawingml/2006/main">
            <a:off x="628650" y="11049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E6674"/>
                </a:solidFill>
                <a:latin typeface="Malgun Gothic"/>
                <a:ea typeface="Malgun Gothic"/>
                <a:cs typeface="Malgun Gothic"/>
              </a:defRPr>
            </a:pPr>
            <a:r>
              <a:rPr sz="1500" b="0">
                <a:solidFill>
                  <a:srgbClr val="5E6674"/>
                </a:solidFill>
                <a:latin typeface="Malgun Gothic"/>
                <a:ea typeface="Malgun Gothic"/>
                <a:cs typeface="Malgun Gothic"/>
              </a:rPr>
              <a:t>흩어진 정보를 한 번의 구매 과정에서 연결하는 전략</a:t>
            </a:r>
          </a:p>
        </p:txBody>
      </p:sp>
      <p:sp>
        <p:nvSpPr>
          <p:cNvPr id="3" name="">
            <a:extLst xmlns:a="http://schemas.openxmlformats.org/drawingml/2006/main">
              <a:ext uri="{FF2B5EF4-FFF2-40B4-BE49-F238E27FC236}">
                <a16:creationId xmlns:a16="http://schemas.microsoft.com/office/drawing/2014/main" id="{06E5DBCD-CC36-44A5-B055-519D867044BE}"/>
              </a:ext>
            </a:extLst>
          </p:cNvPr>
          <p:cNvSpPr>
            <a:spLocks xmlns:a="http://schemas.openxmlformats.org/drawingml/2006/main" noGrp="1"/>
          </p:cNvSpPr>
          <p:nvPr/>
        </p:nvSpPr>
        <p:spPr>
          <a:xfrm xmlns:a="http://schemas.openxmlformats.org/drawingml/2006/main">
            <a:off x="609600" y="6362700"/>
            <a:ext cx="10972800" cy="0"/>
          </a:xfrm>
          <a:prstGeom xmlns:a="http://schemas.openxmlformats.org/drawingml/2006/main" prst="line">
            <a:avLst/>
          </a:prstGeom>
          <a:noFill xmlns:a="http://schemas.openxmlformats.org/drawingml/2006/main"/>
          <a:ln xmlns:a="http://schemas.openxmlformats.org/drawingml/2006/main" w="9525">
            <a:solidFill>
              <a:srgbClr val="DDE2EA"/>
            </a:solidFill>
          </a:ln>
        </p:spPr>
      </p:sp>
      <p:sp>
        <p:nvSpPr>
          <p:cNvPr id="4" name="text-84">
            <a:extLst xmlns:a="http://schemas.openxmlformats.org/drawingml/2006/main">
              <a:ext uri="{FF2B5EF4-FFF2-40B4-BE49-F238E27FC236}">
                <a16:creationId xmlns:a16="http://schemas.microsoft.com/office/drawing/2014/main" id="{77EF2507-330E-404A-9905-5F84D704B8C6}"/>
              </a:ext>
            </a:extLst>
          </p:cNvPr>
          <p:cNvSpPr>
            <a:spLocks xmlns:a="http://schemas.openxmlformats.org/drawingml/2006/main" noGrp="1"/>
          </p:cNvSpPr>
          <p:nvPr/>
        </p:nvSpPr>
        <p:spPr>
          <a:xfrm xmlns:a="http://schemas.openxmlformats.org/drawingml/2006/main">
            <a:off x="609600" y="6505575"/>
            <a:ext cx="1333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5E6674"/>
                </a:solidFill>
                <a:latin typeface="Malgun Gothic"/>
                <a:ea typeface="Malgun Gothic"/>
                <a:cs typeface="Malgun Gothic"/>
              </a:defRPr>
            </a:pPr>
            <a:r>
              <a:rPr sz="975" b="1">
                <a:solidFill>
                  <a:srgbClr val="5E6674"/>
                </a:solidFill>
                <a:latin typeface="Malgun Gothic"/>
                <a:ea typeface="Malgun Gothic"/>
                <a:cs typeface="Malgun Gothic"/>
              </a:rPr>
              <a:t>TrueFit</a:t>
            </a:r>
          </a:p>
        </p:txBody>
      </p:sp>
      <p:sp>
        <p:nvSpPr>
          <p:cNvPr id="5" name="text-85">
            <a:extLst xmlns:a="http://schemas.openxmlformats.org/drawingml/2006/main">
              <a:ext uri="{FF2B5EF4-FFF2-40B4-BE49-F238E27FC236}">
                <a16:creationId xmlns:a16="http://schemas.microsoft.com/office/drawing/2014/main" id="{D82C8518-C324-4202-9630-0B8DF1EC8DAA}"/>
              </a:ext>
            </a:extLst>
          </p:cNvPr>
          <p:cNvSpPr>
            <a:spLocks xmlns:a="http://schemas.openxmlformats.org/drawingml/2006/main" noGrp="1"/>
          </p:cNvSpPr>
          <p:nvPr/>
        </p:nvSpPr>
        <p:spPr>
          <a:xfrm xmlns:a="http://schemas.openxmlformats.org/drawingml/2006/main">
            <a:off x="11144250" y="6486525"/>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E6674"/>
                </a:solidFill>
                <a:latin typeface="Malgun Gothic"/>
                <a:ea typeface="Malgun Gothic"/>
                <a:cs typeface="Malgun Gothic"/>
              </a:defRPr>
            </a:pPr>
            <a:r>
              <a:rPr sz="1125" b="0">
                <a:solidFill>
                  <a:srgbClr val="5E6674"/>
                </a:solidFill>
                <a:latin typeface="Malgun Gothic"/>
                <a:ea typeface="Malgun Gothic"/>
                <a:cs typeface="Malgun Gothic"/>
              </a:rPr>
              <a:t>08</a:t>
            </a:r>
          </a:p>
        </p:txBody>
      </p:sp>
      <p:graphicFrame>
        <p:nvGraphicFramePr>
          <p:cNvPr id="14" name=""/>
          <p:cNvGraphicFramePr/>
          <p:nvPr/>
        </p:nvGraphicFramePr>
        <p:xfrm>
          <a:off xmlns:a="http://schemas.openxmlformats.org/drawingml/2006/main" x="609600" y="1971675"/>
          <a:ext xmlns:a="http://schemas.openxmlformats.org/drawingml/2006/main" cx="10972800" cy="3228975"/>
        </p:xfrm>
        <a:graphic xmlns:a="http://schemas.openxmlformats.org/drawingml/2006/main">
          <a:graphicData uri="http://schemas.openxmlformats.org/drawingml/2006/table">
            <a:tbl>
              <a:tblPr/>
              <a:tblGrid>
                <a:gridCol w="2000250"/>
                <a:gridCol w="3562350"/>
                <a:gridCol w="5410200"/>
              </a:tblGrid>
              <a:tr h="645795">
                <a:tc>
                  <a:txBody>
                    <a:bodyPr lIns="152400" tIns="95250" rIns="114300" bIns="95250"/>
                    <a:lstStyle/>
                    <a:p>
                      <a:r>
                        <a:rPr sz="1575" b="1">
                          <a:solidFill>
                            <a:srgbClr val="FFFFFF"/>
                          </a:solidFill>
                          <a:latin typeface="Malgun Gothic"/>
                          <a:ea typeface="Malgun Gothic"/>
                          <a:cs typeface="Malgun Gothic"/>
                        </a:rPr>
                        <a:t>구매 방법</a:t>
                      </a:r>
                    </a:p>
                  </a:txBody>
                  <a:tcPr marL="91440" marR="91440" marT="45720" marB="45720" anchor="ctr">
                    <a:solidFill>
                      <a:srgbClr val="111B36"/>
                    </a:solidFill>
                  </a:tcPr>
                </a:tc>
                <a:tc>
                  <a:txBody>
                    <a:bodyPr lIns="152400" tIns="95250" rIns="114300" bIns="95250"/>
                    <a:lstStyle/>
                    <a:p>
                      <a:r>
                        <a:rPr sz="1575" b="1">
                          <a:solidFill>
                            <a:srgbClr val="FFFFFF"/>
                          </a:solidFill>
                          <a:latin typeface="Malgun Gothic"/>
                          <a:ea typeface="Malgun Gothic"/>
                          <a:cs typeface="Malgun Gothic"/>
                        </a:rPr>
                        <a:t>주요 활용</a:t>
                      </a:r>
                    </a:p>
                  </a:txBody>
                  <a:tcPr marL="91440" marR="91440" marT="45720" marB="45720" anchor="ctr">
                    <a:solidFill>
                      <a:srgbClr val="111B36"/>
                    </a:solidFill>
                  </a:tcPr>
                </a:tc>
                <a:tc>
                  <a:txBody>
                    <a:bodyPr lIns="152400" tIns="95250" rIns="114300" bIns="95250"/>
                    <a:lstStyle/>
                    <a:p>
                      <a:r>
                        <a:rPr sz="1575" b="1">
                          <a:solidFill>
                            <a:srgbClr val="FFFFFF"/>
                          </a:solidFill>
                          <a:latin typeface="Malgun Gothic"/>
                          <a:ea typeface="Malgun Gothic"/>
                          <a:cs typeface="Malgun Gothic"/>
                        </a:rPr>
                        <a:t>TrueFit에서 연결할 가치</a:t>
                      </a:r>
                    </a:p>
                  </a:txBody>
                  <a:tcPr marL="91440" marR="91440" marT="45720" marB="45720" anchor="ctr">
                    <a:solidFill>
                      <a:srgbClr val="111B36"/>
                    </a:solidFill>
                  </a:tcPr>
                </a:tc>
              </a:tr>
              <a:tr h="645795">
                <a:tc>
                  <a:txBody>
                    <a:bodyPr lIns="152400" tIns="95250" rIns="114300" bIns="95250"/>
                    <a:lstStyle/>
                    <a:p>
                      <a:r>
                        <a:rPr sz="1575" b="0">
                          <a:solidFill>
                            <a:srgbClr val="171B24"/>
                          </a:solidFill>
                          <a:latin typeface="Malgun Gothic"/>
                          <a:ea typeface="Malgun Gothic"/>
                          <a:cs typeface="Malgun Gothic"/>
                        </a:rPr>
                        <a:t>가격 비교</a:t>
                      </a:r>
                    </a:p>
                  </a:txBody>
                  <a:tcPr marL="91440" marR="91440" marT="45720" marB="45720" anchor="ctr">
                    <a:solidFill>
                      <a:srgbClr val="FFFFFF"/>
                    </a:solidFill>
                  </a:tcPr>
                </a:tc>
                <a:tc>
                  <a:txBody>
                    <a:bodyPr lIns="152400" tIns="95250" rIns="114300" bIns="95250"/>
                    <a:lstStyle/>
                    <a:p>
                      <a:r>
                        <a:rPr sz="1575" b="0">
                          <a:solidFill>
                            <a:srgbClr val="171B24"/>
                          </a:solidFill>
                          <a:latin typeface="Malgun Gothic"/>
                          <a:ea typeface="Malgun Gothic"/>
                          <a:cs typeface="Malgun Gothic"/>
                        </a:rPr>
                        <a:t>상품 사양과 판매 가격 확인</a:t>
                      </a:r>
                    </a:p>
                  </a:txBody>
                  <a:tcPr marL="91440" marR="91440" marT="45720" marB="45720" anchor="ctr">
                    <a:solidFill>
                      <a:srgbClr val="FFFFFF"/>
                    </a:solidFill>
                  </a:tcPr>
                </a:tc>
                <a:tc>
                  <a:txBody>
                    <a:bodyPr lIns="152400" tIns="95250" rIns="114300" bIns="95250"/>
                    <a:lstStyle/>
                    <a:p>
                      <a:r>
                        <a:rPr sz="1575" b="0">
                          <a:solidFill>
                            <a:srgbClr val="171B24"/>
                          </a:solidFill>
                          <a:latin typeface="Malgun Gothic"/>
                          <a:ea typeface="Malgun Gothic"/>
                          <a:cs typeface="Malgun Gothic"/>
                        </a:rPr>
                        <a:t>개인 조건과 전체 구성 예산</a:t>
                      </a:r>
                    </a:p>
                  </a:txBody>
                  <a:tcPr marL="91440" marR="91440" marT="45720" marB="45720" anchor="ctr">
                    <a:solidFill>
                      <a:srgbClr val="FFFFFF"/>
                    </a:solidFill>
                  </a:tcPr>
                </a:tc>
              </a:tr>
              <a:tr h="645795">
                <a:tc>
                  <a:txBody>
                    <a:bodyPr lIns="152400" tIns="95250" rIns="114300" bIns="95250"/>
                    <a:lstStyle/>
                    <a:p>
                      <a:r>
                        <a:rPr sz="1575" b="0">
                          <a:solidFill>
                            <a:srgbClr val="171B24"/>
                          </a:solidFill>
                          <a:latin typeface="Malgun Gothic"/>
                          <a:ea typeface="Malgun Gothic"/>
                          <a:cs typeface="Malgun Gothic"/>
                        </a:rPr>
                        <a:t>커뮤니티·영상</a:t>
                      </a:r>
                    </a:p>
                  </a:txBody>
                  <a:tcPr marL="91440" marR="91440" marT="45720" marB="45720" anchor="ctr">
                    <a:solidFill>
                      <a:srgbClr val="FFFFFF"/>
                    </a:solidFill>
                  </a:tcPr>
                </a:tc>
                <a:tc>
                  <a:txBody>
                    <a:bodyPr lIns="152400" tIns="95250" rIns="114300" bIns="95250"/>
                    <a:lstStyle/>
                    <a:p>
                      <a:r>
                        <a:rPr sz="1575" b="0">
                          <a:solidFill>
                            <a:srgbClr val="171B24"/>
                          </a:solidFill>
                          <a:latin typeface="Malgun Gothic"/>
                          <a:ea typeface="Malgun Gothic"/>
                          <a:cs typeface="Malgun Gothic"/>
                        </a:rPr>
                        <a:t>사용 경험과 구매 조언 탐색</a:t>
                      </a:r>
                    </a:p>
                  </a:txBody>
                  <a:tcPr marL="91440" marR="91440" marT="45720" marB="45720" anchor="ctr">
                    <a:solidFill>
                      <a:srgbClr val="FFFFFF"/>
                    </a:solidFill>
                  </a:tcPr>
                </a:tc>
                <a:tc>
                  <a:txBody>
                    <a:bodyPr lIns="152400" tIns="95250" rIns="114300" bIns="95250"/>
                    <a:lstStyle/>
                    <a:p>
                      <a:r>
                        <a:rPr sz="1575" b="0">
                          <a:solidFill>
                            <a:srgbClr val="171B24"/>
                          </a:solidFill>
                          <a:latin typeface="Malgun Gothic"/>
                          <a:ea typeface="Malgun Gothic"/>
                          <a:cs typeface="Malgun Gothic"/>
                        </a:rPr>
                        <a:t>제품별 경험 근거와 사용 맥락</a:t>
                      </a:r>
                    </a:p>
                  </a:txBody>
                  <a:tcPr marL="91440" marR="91440" marT="45720" marB="45720" anchor="ctr">
                    <a:solidFill>
                      <a:srgbClr val="FFFFFF"/>
                    </a:solidFill>
                  </a:tcPr>
                </a:tc>
              </a:tr>
              <a:tr h="645795">
                <a:tc>
                  <a:txBody>
                    <a:bodyPr lIns="152400" tIns="95250" rIns="114300" bIns="95250"/>
                    <a:lstStyle/>
                    <a:p>
                      <a:r>
                        <a:rPr sz="1575" b="0">
                          <a:solidFill>
                            <a:srgbClr val="171B24"/>
                          </a:solidFill>
                          <a:latin typeface="Malgun Gothic"/>
                          <a:ea typeface="Malgun Gothic"/>
                          <a:cs typeface="Malgun Gothic"/>
                        </a:rPr>
                        <a:t>범용 AI</a:t>
                      </a:r>
                    </a:p>
                  </a:txBody>
                  <a:tcPr marL="91440" marR="91440" marT="45720" marB="45720" anchor="ctr">
                    <a:solidFill>
                      <a:srgbClr val="FFFFFF"/>
                    </a:solidFill>
                  </a:tcPr>
                </a:tc>
                <a:tc>
                  <a:txBody>
                    <a:bodyPr lIns="152400" tIns="95250" rIns="114300" bIns="95250"/>
                    <a:lstStyle/>
                    <a:p>
                      <a:r>
                        <a:rPr sz="1575" b="0">
                          <a:solidFill>
                            <a:srgbClr val="171B24"/>
                          </a:solidFill>
                          <a:latin typeface="Malgun Gothic"/>
                          <a:ea typeface="Malgun Gothic"/>
                          <a:cs typeface="Malgun Gothic"/>
                        </a:rPr>
                        <a:t>자연어 질문과 답변</a:t>
                      </a:r>
                    </a:p>
                  </a:txBody>
                  <a:tcPr marL="91440" marR="91440" marT="45720" marB="45720" anchor="ctr">
                    <a:solidFill>
                      <a:srgbClr val="FFFFFF"/>
                    </a:solidFill>
                  </a:tcPr>
                </a:tc>
                <a:tc>
                  <a:txBody>
                    <a:bodyPr lIns="152400" tIns="95250" rIns="114300" bIns="95250"/>
                    <a:lstStyle/>
                    <a:p>
                      <a:r>
                        <a:rPr sz="1575" b="0">
                          <a:solidFill>
                            <a:srgbClr val="171B24"/>
                          </a:solidFill>
                          <a:latin typeface="Malgun Gothic"/>
                          <a:ea typeface="Malgun Gothic"/>
                          <a:cs typeface="Malgun Gothic"/>
                        </a:rPr>
                        <a:t>카탈로그·호환 규칙과 연결</a:t>
                      </a:r>
                    </a:p>
                  </a:txBody>
                  <a:tcPr marL="91440" marR="91440" marT="45720" marB="45720" anchor="ctr">
                    <a:solidFill>
                      <a:srgbClr val="FFFFFF"/>
                    </a:solidFill>
                  </a:tcPr>
                </a:tc>
              </a:tr>
              <a:tr h="645795">
                <a:tc>
                  <a:txBody>
                    <a:bodyPr lIns="152400" tIns="95250" rIns="114300" bIns="95250"/>
                    <a:lstStyle/>
                    <a:p>
                      <a:r>
                        <a:rPr sz="1575" b="1">
                          <a:solidFill>
                            <a:srgbClr val="171B24"/>
                          </a:solidFill>
                          <a:latin typeface="Malgun Gothic"/>
                          <a:ea typeface="Malgun Gothic"/>
                          <a:cs typeface="Malgun Gothic"/>
                        </a:rPr>
                        <a:t>TrueFit</a:t>
                      </a:r>
                    </a:p>
                  </a:txBody>
                  <a:tcPr marL="91440" marR="91440" marT="45720" marB="45720" anchor="ctr">
                    <a:solidFill>
                      <a:srgbClr val="EEF2FC"/>
                    </a:solidFill>
                  </a:tcPr>
                </a:tc>
                <a:tc>
                  <a:txBody>
                    <a:bodyPr lIns="152400" tIns="95250" rIns="114300" bIns="95250"/>
                    <a:lstStyle/>
                    <a:p>
                      <a:r>
                        <a:rPr sz="1575" b="1">
                          <a:solidFill>
                            <a:srgbClr val="171B24"/>
                          </a:solidFill>
                          <a:latin typeface="Malgun Gothic"/>
                          <a:ea typeface="Malgun Gothic"/>
                          <a:cs typeface="Malgun Gothic"/>
                        </a:rPr>
                        <a:t>구매설계와 제품별 리뷰 축적</a:t>
                      </a:r>
                    </a:p>
                  </a:txBody>
                  <a:tcPr marL="91440" marR="91440" marT="45720" marB="45720" anchor="ctr">
                    <a:solidFill>
                      <a:srgbClr val="EEF2FC"/>
                    </a:solidFill>
                  </a:tcPr>
                </a:tc>
                <a:tc>
                  <a:txBody>
                    <a:bodyPr lIns="152400" tIns="95250" rIns="114300" bIns="95250"/>
                    <a:lstStyle/>
                    <a:p>
                      <a:r>
                        <a:rPr sz="1575" b="1">
                          <a:solidFill>
                            <a:srgbClr val="171B24"/>
                          </a:solidFill>
                          <a:latin typeface="Malgun Gothic"/>
                          <a:ea typeface="Malgun Gothic"/>
                          <a:cs typeface="Malgun Gothic"/>
                        </a:rPr>
                        <a:t>사양·경험·구매 기록의 결합</a:t>
                      </a:r>
                    </a:p>
                  </a:txBody>
                  <a:tcPr marL="91440" marR="91440" marT="45720" marB="45720" anchor="ctr">
                    <a:solidFill>
                      <a:srgbClr val="EEF2FC"/>
                    </a:solidFill>
                  </a:tcPr>
                </a:tc>
              </a:tr>
            </a:tbl>
          </a:graphicData>
        </a:graphic>
      </p:graphicFrame>
      <p:sp>
        <p:nvSpPr>
          <p:cNvPr id="7" name="text-86">
            <a:extLst xmlns:a="http://schemas.openxmlformats.org/drawingml/2006/main">
              <a:ext uri="{FF2B5EF4-FFF2-40B4-BE49-F238E27FC236}">
                <a16:creationId xmlns:a16="http://schemas.microsoft.com/office/drawing/2014/main" id="{4C0E9654-4FEC-44B9-A2B1-F01EB78720DD}"/>
              </a:ext>
            </a:extLst>
          </p:cNvPr>
          <p:cNvSpPr>
            <a:spLocks xmlns:a="http://schemas.openxmlformats.org/drawingml/2006/main" noGrp="1"/>
          </p:cNvSpPr>
          <p:nvPr/>
        </p:nvSpPr>
        <p:spPr>
          <a:xfrm xmlns:a="http://schemas.openxmlformats.org/drawingml/2006/main">
            <a:off x="628650" y="553402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244BC4"/>
                </a:solidFill>
                <a:latin typeface="Malgun Gothic"/>
                <a:ea typeface="Malgun Gothic"/>
                <a:cs typeface="Malgun Gothic"/>
              </a:defRPr>
            </a:pPr>
            <a:r>
              <a:rPr sz="1950" b="1">
                <a:solidFill>
                  <a:srgbClr val="244BC4"/>
                </a:solidFill>
                <a:latin typeface="Malgun Gothic"/>
                <a:ea typeface="Malgun Gothic"/>
                <a:cs typeface="Malgun Gothic"/>
              </a:rPr>
              <a:t>차별화의 중심: 구매 맥락에 연결된 자체 리뷰 데이터</a:t>
            </a:r>
          </a:p>
        </p:txBody>
      </p:sp>
      <p:sp>
        <p:nvSpPr>
          <p:cNvPr id="8" name="text-87">
            <a:extLst xmlns:a="http://schemas.openxmlformats.org/drawingml/2006/main">
              <a:ext uri="{FF2B5EF4-FFF2-40B4-BE49-F238E27FC236}">
                <a16:creationId xmlns:a16="http://schemas.microsoft.com/office/drawing/2014/main" id="{D21B40DE-97AE-4356-9F91-13C6E544423F}"/>
              </a:ext>
            </a:extLst>
          </p:cNvPr>
          <p:cNvSpPr>
            <a:spLocks xmlns:a="http://schemas.openxmlformats.org/drawingml/2006/main" noGrp="1"/>
          </p:cNvSpPr>
          <p:nvPr/>
        </p:nvSpPr>
        <p:spPr>
          <a:xfrm xmlns:a="http://schemas.openxmlformats.org/drawingml/2006/main">
            <a:off x="619125" y="6038850"/>
            <a:ext cx="1095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0">
                <a:solidFill>
                  <a:srgbClr val="5E6674"/>
                </a:solidFill>
                <a:latin typeface="Malgun Gothic"/>
                <a:ea typeface="Malgun Gothic"/>
                <a:cs typeface="Malgun Gothic"/>
              </a:defRPr>
            </a:pPr>
            <a:r>
              <a:rPr sz="975" b="0">
                <a:solidFill>
                  <a:srgbClr val="5E6674"/>
                </a:solidFill>
                <a:latin typeface="Malgun Gothic"/>
                <a:ea typeface="Malgun Gothic"/>
                <a:cs typeface="Malgun Gothic"/>
              </a:rPr>
              <a:t>구매 방식별 일반적 활용을 정리한 전략 비교이며, 개별 서비스의 기능 유무를 단정하지 않습니다.</a:t>
            </a:r>
          </a:p>
        </p:txBody>
      </p:sp>
    </p:spTree>
    <p:extLst>
      <p:ext uri="{BB962C8B-B14F-4D97-AF65-F5344CB8AC3E}">
        <p14:creationId xmlns:p14="http://schemas.microsoft.com/office/powerpoint/2010/main" val="171834873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text-88">
            <a:extLst xmlns:a="http://schemas.openxmlformats.org/drawingml/2006/main">
              <a:ext uri="{FF2B5EF4-FFF2-40B4-BE49-F238E27FC236}">
                <a16:creationId xmlns:a16="http://schemas.microsoft.com/office/drawing/2014/main" id="{CAEDB345-F90D-42F2-B17A-38CD8C9B705F}"/>
              </a:ext>
            </a:extLst>
          </p:cNvPr>
          <p:cNvSpPr>
            <a:spLocks xmlns:a="http://schemas.openxmlformats.org/drawingml/2006/main" noGrp="1"/>
          </p:cNvSpPr>
          <p:nvPr/>
        </p:nvSpPr>
        <p:spPr>
          <a:xfrm xmlns:a="http://schemas.openxmlformats.org/drawingml/2006/main">
            <a:off x="609600" y="447675"/>
            <a:ext cx="10953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1">
                <a:solidFill>
                  <a:srgbClr val="171B24"/>
                </a:solidFill>
                <a:latin typeface="Malgun Gothic"/>
                <a:ea typeface="Malgun Gothic"/>
                <a:cs typeface="Malgun Gothic"/>
              </a:defRPr>
            </a:pPr>
            <a:r>
              <a:rPr sz="2700" b="1">
                <a:solidFill>
                  <a:srgbClr val="171B24"/>
                </a:solidFill>
                <a:latin typeface="Malgun Gothic"/>
                <a:ea typeface="Malgun Gothic"/>
                <a:cs typeface="Malgun Gothic"/>
              </a:rPr>
              <a:t>수익 구조</a:t>
            </a:r>
          </a:p>
        </p:txBody>
      </p:sp>
      <p:sp>
        <p:nvSpPr>
          <p:cNvPr id="2" name="text-89">
            <a:extLst xmlns:a="http://schemas.openxmlformats.org/drawingml/2006/main">
              <a:ext uri="{FF2B5EF4-FFF2-40B4-BE49-F238E27FC236}">
                <a16:creationId xmlns:a16="http://schemas.microsoft.com/office/drawing/2014/main" id="{EFED4E3A-5A73-40FF-802C-AF43BBD11D63}"/>
              </a:ext>
            </a:extLst>
          </p:cNvPr>
          <p:cNvSpPr>
            <a:spLocks xmlns:a="http://schemas.openxmlformats.org/drawingml/2006/main" noGrp="1"/>
          </p:cNvSpPr>
          <p:nvPr/>
        </p:nvSpPr>
        <p:spPr>
          <a:xfrm xmlns:a="http://schemas.openxmlformats.org/drawingml/2006/main">
            <a:off x="628650" y="11049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E6674"/>
                </a:solidFill>
                <a:latin typeface="Malgun Gothic"/>
                <a:ea typeface="Malgun Gothic"/>
                <a:cs typeface="Malgun Gothic"/>
              </a:defRPr>
            </a:pPr>
            <a:r>
              <a:rPr sz="1500" b="0">
                <a:solidFill>
                  <a:srgbClr val="5E6674"/>
                </a:solidFill>
                <a:latin typeface="Malgun Gothic"/>
                <a:ea typeface="Malgun Gothic"/>
                <a:cs typeface="Malgun Gothic"/>
              </a:rPr>
              <a:t>초기에는 구매 전환, 이후에는 판매점 도입과 집계 분석으로 확장</a:t>
            </a:r>
          </a:p>
        </p:txBody>
      </p:sp>
      <p:sp>
        <p:nvSpPr>
          <p:cNvPr id="3" name="">
            <a:extLst xmlns:a="http://schemas.openxmlformats.org/drawingml/2006/main">
              <a:ext uri="{FF2B5EF4-FFF2-40B4-BE49-F238E27FC236}">
                <a16:creationId xmlns:a16="http://schemas.microsoft.com/office/drawing/2014/main" id="{18D410EB-A166-4091-94DC-0E0D0A2B5FCC}"/>
              </a:ext>
            </a:extLst>
          </p:cNvPr>
          <p:cNvSpPr>
            <a:spLocks xmlns:a="http://schemas.openxmlformats.org/drawingml/2006/main" noGrp="1"/>
          </p:cNvSpPr>
          <p:nvPr/>
        </p:nvSpPr>
        <p:spPr>
          <a:xfrm xmlns:a="http://schemas.openxmlformats.org/drawingml/2006/main">
            <a:off x="609600" y="6362700"/>
            <a:ext cx="10972800" cy="0"/>
          </a:xfrm>
          <a:prstGeom xmlns:a="http://schemas.openxmlformats.org/drawingml/2006/main" prst="line">
            <a:avLst/>
          </a:prstGeom>
          <a:noFill xmlns:a="http://schemas.openxmlformats.org/drawingml/2006/main"/>
          <a:ln xmlns:a="http://schemas.openxmlformats.org/drawingml/2006/main" w="9525">
            <a:solidFill>
              <a:srgbClr val="DDE2EA"/>
            </a:solidFill>
          </a:ln>
        </p:spPr>
      </p:sp>
      <p:sp>
        <p:nvSpPr>
          <p:cNvPr id="4" name="text-90">
            <a:extLst xmlns:a="http://schemas.openxmlformats.org/drawingml/2006/main">
              <a:ext uri="{FF2B5EF4-FFF2-40B4-BE49-F238E27FC236}">
                <a16:creationId xmlns:a16="http://schemas.microsoft.com/office/drawing/2014/main" id="{0B7E9495-80E6-405E-A4F4-6D04627FE4E1}"/>
              </a:ext>
            </a:extLst>
          </p:cNvPr>
          <p:cNvSpPr>
            <a:spLocks xmlns:a="http://schemas.openxmlformats.org/drawingml/2006/main" noGrp="1"/>
          </p:cNvSpPr>
          <p:nvPr/>
        </p:nvSpPr>
        <p:spPr>
          <a:xfrm xmlns:a="http://schemas.openxmlformats.org/drawingml/2006/main">
            <a:off x="609600" y="6505575"/>
            <a:ext cx="1333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5E6674"/>
                </a:solidFill>
                <a:latin typeface="Malgun Gothic"/>
                <a:ea typeface="Malgun Gothic"/>
                <a:cs typeface="Malgun Gothic"/>
              </a:defRPr>
            </a:pPr>
            <a:r>
              <a:rPr sz="975" b="1">
                <a:solidFill>
                  <a:srgbClr val="5E6674"/>
                </a:solidFill>
                <a:latin typeface="Malgun Gothic"/>
                <a:ea typeface="Malgun Gothic"/>
                <a:cs typeface="Malgun Gothic"/>
              </a:rPr>
              <a:t>TrueFit</a:t>
            </a:r>
          </a:p>
        </p:txBody>
      </p:sp>
      <p:sp>
        <p:nvSpPr>
          <p:cNvPr id="5" name="text-91">
            <a:extLst xmlns:a="http://schemas.openxmlformats.org/drawingml/2006/main">
              <a:ext uri="{FF2B5EF4-FFF2-40B4-BE49-F238E27FC236}">
                <a16:creationId xmlns:a16="http://schemas.microsoft.com/office/drawing/2014/main" id="{39BF6A26-68AD-4722-8133-73D90134F01E}"/>
              </a:ext>
            </a:extLst>
          </p:cNvPr>
          <p:cNvSpPr>
            <a:spLocks xmlns:a="http://schemas.openxmlformats.org/drawingml/2006/main" noGrp="1"/>
          </p:cNvSpPr>
          <p:nvPr/>
        </p:nvSpPr>
        <p:spPr>
          <a:xfrm xmlns:a="http://schemas.openxmlformats.org/drawingml/2006/main">
            <a:off x="11144250" y="6486525"/>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E6674"/>
                </a:solidFill>
                <a:latin typeface="Malgun Gothic"/>
                <a:ea typeface="Malgun Gothic"/>
                <a:cs typeface="Malgun Gothic"/>
              </a:defRPr>
            </a:pPr>
            <a:r>
              <a:rPr sz="1125" b="0">
                <a:solidFill>
                  <a:srgbClr val="5E6674"/>
                </a:solidFill>
                <a:latin typeface="Malgun Gothic"/>
                <a:ea typeface="Malgun Gothic"/>
                <a:cs typeface="Malgun Gothic"/>
              </a:rPr>
              <a:t>09</a:t>
            </a:r>
          </a:p>
        </p:txBody>
      </p:sp>
      <p:sp>
        <p:nvSpPr>
          <p:cNvPr id="6" name="">
            <a:extLst xmlns:a="http://schemas.openxmlformats.org/drawingml/2006/main">
              <a:ext uri="{FF2B5EF4-FFF2-40B4-BE49-F238E27FC236}">
                <a16:creationId xmlns:a16="http://schemas.microsoft.com/office/drawing/2014/main" id="{070C3EF6-7E93-49B3-B021-A64F99DF2750}"/>
              </a:ext>
            </a:extLst>
          </p:cNvPr>
          <p:cNvSpPr>
            <a:spLocks xmlns:a="http://schemas.openxmlformats.org/drawingml/2006/main" noGrp="1"/>
          </p:cNvSpPr>
          <p:nvPr/>
        </p:nvSpPr>
        <p:spPr>
          <a:xfrm xmlns:a="http://schemas.openxmlformats.org/drawingml/2006/main">
            <a:off x="609600" y="2200275"/>
            <a:ext cx="2438400" cy="876300"/>
          </a:xfrm>
          <a:prstGeom xmlns:a="http://schemas.openxmlformats.org/drawingml/2006/main" prst="rect">
            <a:avLst/>
          </a:prstGeom>
          <a:solidFill xmlns:a="http://schemas.openxmlformats.org/drawingml/2006/main">
            <a:srgbClr val="EEF2FC"/>
          </a:solidFill>
          <a:ln xmlns:a="http://schemas.openxmlformats.org/drawingml/2006/main" w="0">
            <a:noFill/>
          </a:ln>
        </p:spPr>
        <p:txBody>
          <a:bodyPr xmlns:a="http://schemas.openxmlformats.org/drawingml/2006/main" lIns="95250" tIns="66675" rIns="95250" bIns="66675" anchor="ctr"/>
          <a:lstStyle xmlns:a="http://schemas.openxmlformats.org/drawingml/2006/main"/>
          <a:p xmlns:a="http://schemas.openxmlformats.org/drawingml/2006/main">
            <a:pPr algn="ctr">
              <a:defRPr sz="1650" b="1">
                <a:solidFill>
                  <a:srgbClr val="171B24"/>
                </a:solidFill>
                <a:latin typeface="Malgun Gothic"/>
                <a:ea typeface="Malgun Gothic"/>
                <a:cs typeface="Malgun Gothic"/>
              </a:defRPr>
            </a:pPr>
            <a:r>
              <a:rPr sz="1650" b="1">
                <a:solidFill>
                  <a:srgbClr val="171B24"/>
                </a:solidFill>
                <a:latin typeface="Malgun Gothic"/>
                <a:ea typeface="Malgun Gothic"/>
                <a:cs typeface="Malgun Gothic"/>
              </a:rPr>
              <a:t>소비자</a:t>
            </a:r>
          </a:p>
        </p:txBody>
      </p:sp>
      <p:sp>
        <p:nvSpPr>
          <p:cNvPr id="7" name="">
            <a:extLst xmlns:a="http://schemas.openxmlformats.org/drawingml/2006/main">
              <a:ext uri="{FF2B5EF4-FFF2-40B4-BE49-F238E27FC236}">
                <a16:creationId xmlns:a16="http://schemas.microsoft.com/office/drawing/2014/main" id="{A0EBD095-A738-4C00-B34B-8AA8A886007F}"/>
              </a:ext>
            </a:extLst>
          </p:cNvPr>
          <p:cNvSpPr>
            <a:spLocks xmlns:a="http://schemas.openxmlformats.org/drawingml/2006/main" noGrp="1"/>
          </p:cNvSpPr>
          <p:nvPr/>
        </p:nvSpPr>
        <p:spPr>
          <a:xfrm xmlns:a="http://schemas.openxmlformats.org/drawingml/2006/main">
            <a:off x="4676775" y="2200275"/>
            <a:ext cx="2667000" cy="876300"/>
          </a:xfrm>
          <a:prstGeom xmlns:a="http://schemas.openxmlformats.org/drawingml/2006/main" prst="rect">
            <a:avLst/>
          </a:prstGeom>
          <a:solidFill xmlns:a="http://schemas.openxmlformats.org/drawingml/2006/main">
            <a:srgbClr val="244BC4"/>
          </a:solidFill>
          <a:ln xmlns:a="http://schemas.openxmlformats.org/drawingml/2006/main" w="0">
            <a:noFill/>
          </a:ln>
        </p:spPr>
        <p:txBody>
          <a:bodyPr xmlns:a="http://schemas.openxmlformats.org/drawingml/2006/main" lIns="95250" tIns="66675" rIns="95250" bIns="66675" anchor="ctr"/>
          <a:lstStyle xmlns:a="http://schemas.openxmlformats.org/drawingml/2006/main"/>
          <a:p xmlns:a="http://schemas.openxmlformats.org/drawingml/2006/main">
            <a:pPr algn="ctr">
              <a:defRPr sz="1650" b="1">
                <a:solidFill>
                  <a:srgbClr val="FFFFFF"/>
                </a:solidFill>
                <a:latin typeface="Malgun Gothic"/>
                <a:ea typeface="Malgun Gothic"/>
                <a:cs typeface="Malgun Gothic"/>
              </a:defRPr>
            </a:pPr>
            <a:r>
              <a:rPr sz="1650" b="1">
                <a:solidFill>
                  <a:srgbClr val="FFFFFF"/>
                </a:solidFill>
                <a:latin typeface="Malgun Gothic"/>
                <a:ea typeface="Malgun Gothic"/>
                <a:cs typeface="Malgun Gothic"/>
              </a:rPr>
              <a:t>TrueFit</a:t>
            </a:r>
          </a:p>
        </p:txBody>
      </p:sp>
      <p:sp>
        <p:nvSpPr>
          <p:cNvPr id="8" name="">
            <a:extLst xmlns:a="http://schemas.openxmlformats.org/drawingml/2006/main">
              <a:ext uri="{FF2B5EF4-FFF2-40B4-BE49-F238E27FC236}">
                <a16:creationId xmlns:a16="http://schemas.microsoft.com/office/drawing/2014/main" id="{672016FE-AD06-453D-A1A4-AB0FE5AB0546}"/>
              </a:ext>
            </a:extLst>
          </p:cNvPr>
          <p:cNvSpPr>
            <a:spLocks xmlns:a="http://schemas.openxmlformats.org/drawingml/2006/main" noGrp="1"/>
          </p:cNvSpPr>
          <p:nvPr/>
        </p:nvSpPr>
        <p:spPr>
          <a:xfrm xmlns:a="http://schemas.openxmlformats.org/drawingml/2006/main">
            <a:off x="9029700" y="2200275"/>
            <a:ext cx="2552700" cy="876300"/>
          </a:xfrm>
          <a:prstGeom xmlns:a="http://schemas.openxmlformats.org/drawingml/2006/main" prst="rect">
            <a:avLst/>
          </a:prstGeom>
          <a:solidFill xmlns:a="http://schemas.openxmlformats.org/drawingml/2006/main">
            <a:srgbClr val="EEF2FC"/>
          </a:solidFill>
          <a:ln xmlns:a="http://schemas.openxmlformats.org/drawingml/2006/main" w="0">
            <a:noFill/>
          </a:ln>
        </p:spPr>
        <p:txBody>
          <a:bodyPr xmlns:a="http://schemas.openxmlformats.org/drawingml/2006/main" lIns="95250" tIns="66675" rIns="95250" bIns="66675" anchor="ctr"/>
          <a:lstStyle xmlns:a="http://schemas.openxmlformats.org/drawingml/2006/main"/>
          <a:p xmlns:a="http://schemas.openxmlformats.org/drawingml/2006/main">
            <a:pPr algn="ctr">
              <a:defRPr sz="1650" b="1">
                <a:solidFill>
                  <a:srgbClr val="171B24"/>
                </a:solidFill>
                <a:latin typeface="Malgun Gothic"/>
                <a:ea typeface="Malgun Gothic"/>
                <a:cs typeface="Malgun Gothic"/>
              </a:defRPr>
            </a:pPr>
            <a:r>
              <a:rPr sz="1650" b="1">
                <a:solidFill>
                  <a:srgbClr val="171B24"/>
                </a:solidFill>
                <a:latin typeface="Malgun Gothic"/>
                <a:ea typeface="Malgun Gothic"/>
                <a:cs typeface="Malgun Gothic"/>
              </a:rPr>
              <a:t>제휴 판매점</a:t>
            </a:r>
          </a:p>
        </p:txBody>
      </p:sp>
      <p:cxnSp>
        <p:nvCxnSpPr>
          <p:cNvPr id="30" name=""/>
          <p:cNvCxnSpPr>
            <a:stCxn xmlns:a="http://schemas.openxmlformats.org/drawingml/2006/main" id="6" idx="3"/>
            <a:endCxn xmlns:a="http://schemas.openxmlformats.org/drawingml/2006/main" id="7" idx="1"/>
          </p:cNvCxnSpPr>
          <p:nvPr/>
        </p:nvCxnSpPr>
        <p:spPr>
          <a:xfrm xmlns:a="http://schemas.openxmlformats.org/drawingml/2006/main">
            <a:off x="3048000" y="2638425"/>
            <a:ext cx="1628775" cy="0"/>
          </a:xfrm>
          <a:prstGeom xmlns:a="http://schemas.openxmlformats.org/drawingml/2006/main" prst="straightConnector1">
            <a:avLst/>
          </a:prstGeom>
          <a:ln xmlns:a="http://schemas.openxmlformats.org/drawingml/2006/main" w="19050">
            <a:solidFill>
              <a:srgbClr val="244BC4"/>
            </a:solidFill>
            <a:tailEnd type="triangle" w="sm" len="sm"/>
          </a:ln>
        </p:spPr>
      </p:cxnSp>
      <p:cxnSp>
        <p:nvCxnSpPr>
          <p:cNvPr id="31" name=""/>
          <p:cNvCxnSpPr>
            <a:stCxn xmlns:a="http://schemas.openxmlformats.org/drawingml/2006/main" id="7" idx="3"/>
            <a:endCxn xmlns:a="http://schemas.openxmlformats.org/drawingml/2006/main" id="8" idx="1"/>
          </p:cNvCxnSpPr>
          <p:nvPr/>
        </p:nvCxnSpPr>
        <p:spPr>
          <a:xfrm xmlns:a="http://schemas.openxmlformats.org/drawingml/2006/main">
            <a:off x="7343775" y="2638425"/>
            <a:ext cx="1685925" cy="0"/>
          </a:xfrm>
          <a:prstGeom xmlns:a="http://schemas.openxmlformats.org/drawingml/2006/main" prst="straightConnector1">
            <a:avLst/>
          </a:prstGeom>
          <a:ln xmlns:a="http://schemas.openxmlformats.org/drawingml/2006/main" w="19050">
            <a:solidFill>
              <a:srgbClr val="244BC4"/>
            </a:solidFill>
            <a:tailEnd type="triangle" w="sm" len="sm"/>
          </a:ln>
        </p:spPr>
      </p:cxnSp>
      <p:sp>
        <p:nvSpPr>
          <p:cNvPr id="11" name="text-92">
            <a:extLst xmlns:a="http://schemas.openxmlformats.org/drawingml/2006/main">
              <a:ext uri="{FF2B5EF4-FFF2-40B4-BE49-F238E27FC236}">
                <a16:creationId xmlns:a16="http://schemas.microsoft.com/office/drawing/2014/main" id="{5D72160D-4158-450A-9E78-D1A6D628CE27}"/>
              </a:ext>
            </a:extLst>
          </p:cNvPr>
          <p:cNvSpPr>
            <a:spLocks xmlns:a="http://schemas.openxmlformats.org/drawingml/2006/main" noGrp="1"/>
          </p:cNvSpPr>
          <p:nvPr/>
        </p:nvSpPr>
        <p:spPr>
          <a:xfrm xmlns:a="http://schemas.openxmlformats.org/drawingml/2006/main">
            <a:off x="3248025" y="1876425"/>
            <a:ext cx="1543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E6674"/>
                </a:solidFill>
                <a:latin typeface="Malgun Gothic"/>
                <a:ea typeface="Malgun Gothic"/>
                <a:cs typeface="Malgun Gothic"/>
              </a:defRPr>
            </a:pPr>
            <a:r>
              <a:rPr sz="1425" b="0">
                <a:solidFill>
                  <a:srgbClr val="5E6674"/>
                </a:solidFill>
                <a:latin typeface="Malgun Gothic"/>
                <a:ea typeface="Malgun Gothic"/>
                <a:cs typeface="Malgun Gothic"/>
              </a:rPr>
              <a:t>무료 구매설계</a:t>
            </a:r>
          </a:p>
        </p:txBody>
      </p:sp>
      <p:sp>
        <p:nvSpPr>
          <p:cNvPr id="12" name="text-93">
            <a:extLst xmlns:a="http://schemas.openxmlformats.org/drawingml/2006/main">
              <a:ext uri="{FF2B5EF4-FFF2-40B4-BE49-F238E27FC236}">
                <a16:creationId xmlns:a16="http://schemas.microsoft.com/office/drawing/2014/main" id="{2CF13168-647A-4771-9F44-75E508E7598A}"/>
              </a:ext>
            </a:extLst>
          </p:cNvPr>
          <p:cNvSpPr>
            <a:spLocks xmlns:a="http://schemas.openxmlformats.org/drawingml/2006/main" noGrp="1"/>
          </p:cNvSpPr>
          <p:nvPr/>
        </p:nvSpPr>
        <p:spPr>
          <a:xfrm xmlns:a="http://schemas.openxmlformats.org/drawingml/2006/main">
            <a:off x="7543800" y="1876425"/>
            <a:ext cx="14001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E6674"/>
                </a:solidFill>
                <a:latin typeface="Malgun Gothic"/>
                <a:ea typeface="Malgun Gothic"/>
                <a:cs typeface="Malgun Gothic"/>
              </a:defRPr>
            </a:pPr>
            <a:r>
              <a:rPr sz="1425" b="0">
                <a:solidFill>
                  <a:srgbClr val="5E6674"/>
                </a:solidFill>
                <a:latin typeface="Malgun Gothic"/>
                <a:ea typeface="Malgun Gothic"/>
                <a:cs typeface="Malgun Gothic"/>
              </a:rPr>
              <a:t>구매 연결</a:t>
            </a:r>
          </a:p>
        </p:txBody>
      </p:sp>
      <p:sp>
        <p:nvSpPr>
          <p:cNvPr id="13" name="text-94">
            <a:extLst xmlns:a="http://schemas.openxmlformats.org/drawingml/2006/main">
              <a:ext uri="{FF2B5EF4-FFF2-40B4-BE49-F238E27FC236}">
                <a16:creationId xmlns:a16="http://schemas.microsoft.com/office/drawing/2014/main" id="{A83632C4-5C69-4AF4-BF6B-176BA9A575DA}"/>
              </a:ext>
            </a:extLst>
          </p:cNvPr>
          <p:cNvSpPr>
            <a:spLocks xmlns:a="http://schemas.openxmlformats.org/drawingml/2006/main" noGrp="1"/>
          </p:cNvSpPr>
          <p:nvPr/>
        </p:nvSpPr>
        <p:spPr>
          <a:xfrm xmlns:a="http://schemas.openxmlformats.org/drawingml/2006/main">
            <a:off x="1647825" y="3533775"/>
            <a:ext cx="981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244BC4"/>
                </a:solidFill>
                <a:latin typeface="Malgun Gothic"/>
                <a:ea typeface="Malgun Gothic"/>
                <a:cs typeface="Malgun Gothic"/>
              </a:defRPr>
            </a:pPr>
            <a:r>
              <a:rPr sz="1950" b="1">
                <a:solidFill>
                  <a:srgbClr val="244BC4"/>
                </a:solidFill>
                <a:latin typeface="Malgun Gothic"/>
                <a:ea typeface="Malgun Gothic"/>
                <a:cs typeface="Malgun Gothic"/>
              </a:rPr>
              <a:t>초기 수익: 확인된 구매 전환에 따른 제휴 수수료</a:t>
            </a:r>
          </a:p>
        </p:txBody>
      </p:sp>
      <p:sp>
        <p:nvSpPr>
          <p:cNvPr id="14" name="">
            <a:extLst xmlns:a="http://schemas.openxmlformats.org/drawingml/2006/main">
              <a:ext uri="{FF2B5EF4-FFF2-40B4-BE49-F238E27FC236}">
                <a16:creationId xmlns:a16="http://schemas.microsoft.com/office/drawing/2014/main" id="{2D0E5570-9B8A-4CDB-9A2C-08568A89E3A8}"/>
              </a:ext>
            </a:extLst>
          </p:cNvPr>
          <p:cNvSpPr>
            <a:spLocks xmlns:a="http://schemas.openxmlformats.org/drawingml/2006/main" noGrp="1"/>
          </p:cNvSpPr>
          <p:nvPr/>
        </p:nvSpPr>
        <p:spPr>
          <a:xfrm xmlns:a="http://schemas.openxmlformats.org/drawingml/2006/main">
            <a:off x="609600" y="4305300"/>
            <a:ext cx="10972800" cy="0"/>
          </a:xfrm>
          <a:prstGeom xmlns:a="http://schemas.openxmlformats.org/drawingml/2006/main" prst="line">
            <a:avLst/>
          </a:prstGeom>
          <a:noFill xmlns:a="http://schemas.openxmlformats.org/drawingml/2006/main"/>
          <a:ln xmlns:a="http://schemas.openxmlformats.org/drawingml/2006/main" w="9525">
            <a:solidFill>
              <a:srgbClr val="DDE2EA"/>
            </a:solidFill>
          </a:ln>
        </p:spPr>
      </p:sp>
      <p:sp>
        <p:nvSpPr>
          <p:cNvPr id="15" name="text-95">
            <a:extLst xmlns:a="http://schemas.openxmlformats.org/drawingml/2006/main">
              <a:ext uri="{FF2B5EF4-FFF2-40B4-BE49-F238E27FC236}">
                <a16:creationId xmlns:a16="http://schemas.microsoft.com/office/drawing/2014/main" id="{BDED50B2-26A8-43BE-B7FC-64E7A033A4EF}"/>
              </a:ext>
            </a:extLst>
          </p:cNvPr>
          <p:cNvSpPr>
            <a:spLocks xmlns:a="http://schemas.openxmlformats.org/drawingml/2006/main" noGrp="1"/>
          </p:cNvSpPr>
          <p:nvPr/>
        </p:nvSpPr>
        <p:spPr>
          <a:xfrm xmlns:a="http://schemas.openxmlformats.org/drawingml/2006/main">
            <a:off x="609600" y="4591050"/>
            <a:ext cx="38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44BC4"/>
                </a:solidFill>
                <a:latin typeface="Malgun Gothic"/>
                <a:ea typeface="Malgun Gothic"/>
                <a:cs typeface="Malgun Gothic"/>
              </a:defRPr>
            </a:pPr>
            <a:r>
              <a:rPr sz="1575" b="1">
                <a:solidFill>
                  <a:srgbClr val="244BC4"/>
                </a:solidFill>
                <a:latin typeface="Malgun Gothic"/>
                <a:ea typeface="Malgun Gothic"/>
                <a:cs typeface="Malgun Gothic"/>
              </a:rPr>
              <a:t>02</a:t>
            </a:r>
          </a:p>
        </p:txBody>
      </p:sp>
      <p:sp>
        <p:nvSpPr>
          <p:cNvPr id="16" name="text-96">
            <a:extLst xmlns:a="http://schemas.openxmlformats.org/drawingml/2006/main">
              <a:ext uri="{FF2B5EF4-FFF2-40B4-BE49-F238E27FC236}">
                <a16:creationId xmlns:a16="http://schemas.microsoft.com/office/drawing/2014/main" id="{F157FA40-239C-41F8-BA92-190189C2F563}"/>
              </a:ext>
            </a:extLst>
          </p:cNvPr>
          <p:cNvSpPr>
            <a:spLocks xmlns:a="http://schemas.openxmlformats.org/drawingml/2006/main" noGrp="1"/>
          </p:cNvSpPr>
          <p:nvPr/>
        </p:nvSpPr>
        <p:spPr>
          <a:xfrm xmlns:a="http://schemas.openxmlformats.org/drawingml/2006/main">
            <a:off x="1104900" y="4591050"/>
            <a:ext cx="4648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171B24"/>
                </a:solidFill>
                <a:latin typeface="Malgun Gothic"/>
                <a:ea typeface="Malgun Gothic"/>
                <a:cs typeface="Malgun Gothic"/>
              </a:defRPr>
            </a:pPr>
            <a:r>
              <a:rPr sz="1800" b="1">
                <a:solidFill>
                  <a:srgbClr val="171B24"/>
                </a:solidFill>
                <a:latin typeface="Malgun Gothic"/>
                <a:ea typeface="Malgun Gothic"/>
                <a:cs typeface="Malgun Gothic"/>
              </a:rPr>
              <a:t>판매점용 SaaS·API</a:t>
            </a:r>
          </a:p>
        </p:txBody>
      </p:sp>
      <p:sp>
        <p:nvSpPr>
          <p:cNvPr id="17" name="text-97">
            <a:extLst xmlns:a="http://schemas.openxmlformats.org/drawingml/2006/main">
              <a:ext uri="{FF2B5EF4-FFF2-40B4-BE49-F238E27FC236}">
                <a16:creationId xmlns:a16="http://schemas.microsoft.com/office/drawing/2014/main" id="{FA3B9944-3ADF-46B3-8F72-0C346CBD0E89}"/>
              </a:ext>
            </a:extLst>
          </p:cNvPr>
          <p:cNvSpPr>
            <a:spLocks xmlns:a="http://schemas.openxmlformats.org/drawingml/2006/main" noGrp="1"/>
          </p:cNvSpPr>
          <p:nvPr/>
        </p:nvSpPr>
        <p:spPr>
          <a:xfrm xmlns:a="http://schemas.openxmlformats.org/drawingml/2006/main">
            <a:off x="1104900" y="5019675"/>
            <a:ext cx="46482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5E6674"/>
                </a:solidFill>
                <a:latin typeface="Malgun Gothic"/>
                <a:ea typeface="Malgun Gothic"/>
                <a:cs typeface="Malgun Gothic"/>
              </a:defRPr>
            </a:pPr>
            <a:r>
              <a:rPr sz="1575" b="0">
                <a:solidFill>
                  <a:srgbClr val="5E6674"/>
                </a:solidFill>
                <a:latin typeface="Malgun Gothic"/>
                <a:ea typeface="Malgun Gothic"/>
                <a:cs typeface="Malgun Gothic"/>
              </a:rPr>
              <a:t>추천 위젯·견적 검증의 월 또는 사용량 과금</a:t>
            </a:r>
          </a:p>
        </p:txBody>
      </p:sp>
      <p:sp>
        <p:nvSpPr>
          <p:cNvPr id="18" name="text-98">
            <a:extLst xmlns:a="http://schemas.openxmlformats.org/drawingml/2006/main">
              <a:ext uri="{FF2B5EF4-FFF2-40B4-BE49-F238E27FC236}">
                <a16:creationId xmlns:a16="http://schemas.microsoft.com/office/drawing/2014/main" id="{02A90E64-64BA-4DC3-AEAF-2EE9130A17FC}"/>
              </a:ext>
            </a:extLst>
          </p:cNvPr>
          <p:cNvSpPr>
            <a:spLocks xmlns:a="http://schemas.openxmlformats.org/drawingml/2006/main" noGrp="1"/>
          </p:cNvSpPr>
          <p:nvPr/>
        </p:nvSpPr>
        <p:spPr>
          <a:xfrm xmlns:a="http://schemas.openxmlformats.org/drawingml/2006/main">
            <a:off x="6334125" y="4591050"/>
            <a:ext cx="38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44BC4"/>
                </a:solidFill>
                <a:latin typeface="Malgun Gothic"/>
                <a:ea typeface="Malgun Gothic"/>
                <a:cs typeface="Malgun Gothic"/>
              </a:defRPr>
            </a:pPr>
            <a:r>
              <a:rPr sz="1575" b="1">
                <a:solidFill>
                  <a:srgbClr val="244BC4"/>
                </a:solidFill>
                <a:latin typeface="Malgun Gothic"/>
                <a:ea typeface="Malgun Gothic"/>
                <a:cs typeface="Malgun Gothic"/>
              </a:rPr>
              <a:t>03</a:t>
            </a:r>
          </a:p>
        </p:txBody>
      </p:sp>
      <p:sp>
        <p:nvSpPr>
          <p:cNvPr id="19" name="text-99">
            <a:extLst xmlns:a="http://schemas.openxmlformats.org/drawingml/2006/main">
              <a:ext uri="{FF2B5EF4-FFF2-40B4-BE49-F238E27FC236}">
                <a16:creationId xmlns:a16="http://schemas.microsoft.com/office/drawing/2014/main" id="{5A5E74C5-0D80-436F-8EBA-2D1B1D946A3E}"/>
              </a:ext>
            </a:extLst>
          </p:cNvPr>
          <p:cNvSpPr>
            <a:spLocks xmlns:a="http://schemas.openxmlformats.org/drawingml/2006/main" noGrp="1"/>
          </p:cNvSpPr>
          <p:nvPr/>
        </p:nvSpPr>
        <p:spPr>
          <a:xfrm xmlns:a="http://schemas.openxmlformats.org/drawingml/2006/main">
            <a:off x="6829425" y="4591050"/>
            <a:ext cx="47529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171B24"/>
                </a:solidFill>
                <a:latin typeface="Malgun Gothic"/>
                <a:ea typeface="Malgun Gothic"/>
                <a:cs typeface="Malgun Gothic"/>
              </a:defRPr>
            </a:pPr>
            <a:r>
              <a:rPr sz="1800" b="1">
                <a:solidFill>
                  <a:srgbClr val="171B24"/>
                </a:solidFill>
                <a:latin typeface="Malgun Gothic"/>
                <a:ea typeface="Malgun Gothic"/>
                <a:cs typeface="Malgun Gothic"/>
              </a:rPr>
              <a:t>집계 리뷰 인사이트</a:t>
            </a:r>
          </a:p>
        </p:txBody>
      </p:sp>
      <p:sp>
        <p:nvSpPr>
          <p:cNvPr id="20" name="text-100">
            <a:extLst xmlns:a="http://schemas.openxmlformats.org/drawingml/2006/main">
              <a:ext uri="{FF2B5EF4-FFF2-40B4-BE49-F238E27FC236}">
                <a16:creationId xmlns:a16="http://schemas.microsoft.com/office/drawing/2014/main" id="{C040F1AB-00B0-4545-99E6-481C86B3F1EB}"/>
              </a:ext>
            </a:extLst>
          </p:cNvPr>
          <p:cNvSpPr>
            <a:spLocks xmlns:a="http://schemas.openxmlformats.org/drawingml/2006/main" noGrp="1"/>
          </p:cNvSpPr>
          <p:nvPr/>
        </p:nvSpPr>
        <p:spPr>
          <a:xfrm xmlns:a="http://schemas.openxmlformats.org/drawingml/2006/main">
            <a:off x="6829425" y="5019675"/>
            <a:ext cx="47529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5E6674"/>
                </a:solidFill>
                <a:latin typeface="Malgun Gothic"/>
                <a:ea typeface="Malgun Gothic"/>
                <a:cs typeface="Malgun Gothic"/>
              </a:defRPr>
            </a:pPr>
            <a:r>
              <a:rPr sz="1575" b="0">
                <a:solidFill>
                  <a:srgbClr val="5E6674"/>
                </a:solidFill>
                <a:latin typeface="Malgun Gothic"/>
                <a:ea typeface="Malgun Gothic"/>
                <a:cs typeface="Malgun Gothic"/>
              </a:rPr>
              <a:t>제조사·유통사를 위한 사용 경험 분석</a:t>
            </a:r>
          </a:p>
        </p:txBody>
      </p:sp>
      <p:sp>
        <p:nvSpPr>
          <p:cNvPr id="21" name="text-101">
            <a:extLst xmlns:a="http://schemas.openxmlformats.org/drawingml/2006/main">
              <a:ext uri="{FF2B5EF4-FFF2-40B4-BE49-F238E27FC236}">
                <a16:creationId xmlns:a16="http://schemas.microsoft.com/office/drawing/2014/main" id="{E9A4CA65-CD0A-465B-8221-D15558DB5B19}"/>
              </a:ext>
            </a:extLst>
          </p:cNvPr>
          <p:cNvSpPr>
            <a:spLocks xmlns:a="http://schemas.openxmlformats.org/drawingml/2006/main" noGrp="1"/>
          </p:cNvSpPr>
          <p:nvPr/>
        </p:nvSpPr>
        <p:spPr>
          <a:xfrm xmlns:a="http://schemas.openxmlformats.org/drawingml/2006/main">
            <a:off x="619125" y="601980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0">
                <a:solidFill>
                  <a:srgbClr val="5E6674"/>
                </a:solidFill>
                <a:latin typeface="Malgun Gothic"/>
                <a:ea typeface="Malgun Gothic"/>
                <a:cs typeface="Malgun Gothic"/>
              </a:defRPr>
            </a:pPr>
            <a:r>
              <a:rPr sz="975" b="0">
                <a:solidFill>
                  <a:srgbClr val="5E6674"/>
                </a:solidFill>
                <a:latin typeface="Malgun Gothic"/>
                <a:ea typeface="Malgun Gothic"/>
                <a:cs typeface="Malgun Gothic"/>
              </a:rPr>
              <a:t>사업 가설 · 제휴 조건과 단가는 검증 예정 · 추천 순위와 수수료의 분리 원칙</a:t>
            </a:r>
          </a:p>
        </p:txBody>
      </p:sp>
    </p:spTree>
    <p:extLst>
      <p:ext uri="{BB962C8B-B14F-4D97-AF65-F5344CB8AC3E}">
        <p14:creationId xmlns:p14="http://schemas.microsoft.com/office/powerpoint/2010/main" val="85589863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text-102">
            <a:extLst xmlns:a="http://schemas.openxmlformats.org/drawingml/2006/main">
              <a:ext uri="{FF2B5EF4-FFF2-40B4-BE49-F238E27FC236}">
                <a16:creationId xmlns:a16="http://schemas.microsoft.com/office/drawing/2014/main" id="{F0ECA5DF-35BA-42EB-8558-6A8BCD407708}"/>
              </a:ext>
            </a:extLst>
          </p:cNvPr>
          <p:cNvSpPr>
            <a:spLocks xmlns:a="http://schemas.openxmlformats.org/drawingml/2006/main" noGrp="1"/>
          </p:cNvSpPr>
          <p:nvPr/>
        </p:nvSpPr>
        <p:spPr>
          <a:xfrm xmlns:a="http://schemas.openxmlformats.org/drawingml/2006/main">
            <a:off x="609600" y="447675"/>
            <a:ext cx="10953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1">
                <a:solidFill>
                  <a:srgbClr val="171B24"/>
                </a:solidFill>
                <a:latin typeface="Malgun Gothic"/>
                <a:ea typeface="Malgun Gothic"/>
                <a:cs typeface="Malgun Gothic"/>
              </a:defRPr>
            </a:pPr>
            <a:r>
              <a:rPr sz="2700" b="1">
                <a:solidFill>
                  <a:srgbClr val="171B24"/>
                </a:solidFill>
                <a:latin typeface="Malgun Gothic"/>
                <a:ea typeface="Malgun Gothic"/>
                <a:cs typeface="Malgun Gothic"/>
              </a:rPr>
              <a:t>초기 시장과 시장 진입</a:t>
            </a:r>
          </a:p>
        </p:txBody>
      </p:sp>
      <p:sp>
        <p:nvSpPr>
          <p:cNvPr id="2" name="text-103">
            <a:extLst xmlns:a="http://schemas.openxmlformats.org/drawingml/2006/main">
              <a:ext uri="{FF2B5EF4-FFF2-40B4-BE49-F238E27FC236}">
                <a16:creationId xmlns:a16="http://schemas.microsoft.com/office/drawing/2014/main" id="{F08D9DAF-3E3F-4CAB-94F6-1056B0F48A54}"/>
              </a:ext>
            </a:extLst>
          </p:cNvPr>
          <p:cNvSpPr>
            <a:spLocks xmlns:a="http://schemas.openxmlformats.org/drawingml/2006/main" noGrp="1"/>
          </p:cNvSpPr>
          <p:nvPr/>
        </p:nvSpPr>
        <p:spPr>
          <a:xfrm xmlns:a="http://schemas.openxmlformats.org/drawingml/2006/main">
            <a:off x="628650" y="11049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E6674"/>
                </a:solidFill>
                <a:latin typeface="Malgun Gothic"/>
                <a:ea typeface="Malgun Gothic"/>
                <a:cs typeface="Malgun Gothic"/>
              </a:defRPr>
            </a:pPr>
            <a:r>
              <a:rPr sz="1500" b="0">
                <a:solidFill>
                  <a:srgbClr val="5E6674"/>
                </a:solidFill>
                <a:latin typeface="Malgun Gothic"/>
                <a:ea typeface="Malgun Gothic"/>
                <a:cs typeface="Malgun Gothic"/>
              </a:rPr>
              <a:t>국내 조립 PC와 주변기기 구매자의 구체적인 구매 과업부터 시작</a:t>
            </a:r>
          </a:p>
        </p:txBody>
      </p:sp>
      <p:sp>
        <p:nvSpPr>
          <p:cNvPr id="3" name="">
            <a:extLst xmlns:a="http://schemas.openxmlformats.org/drawingml/2006/main">
              <a:ext uri="{FF2B5EF4-FFF2-40B4-BE49-F238E27FC236}">
                <a16:creationId xmlns:a16="http://schemas.microsoft.com/office/drawing/2014/main" id="{0FCBD4B9-FEB9-4BD4-A5D4-4AB79F6C5422}"/>
              </a:ext>
            </a:extLst>
          </p:cNvPr>
          <p:cNvSpPr>
            <a:spLocks xmlns:a="http://schemas.openxmlformats.org/drawingml/2006/main" noGrp="1"/>
          </p:cNvSpPr>
          <p:nvPr/>
        </p:nvSpPr>
        <p:spPr>
          <a:xfrm xmlns:a="http://schemas.openxmlformats.org/drawingml/2006/main">
            <a:off x="609600" y="6362700"/>
            <a:ext cx="10972800" cy="0"/>
          </a:xfrm>
          <a:prstGeom xmlns:a="http://schemas.openxmlformats.org/drawingml/2006/main" prst="line">
            <a:avLst/>
          </a:prstGeom>
          <a:noFill xmlns:a="http://schemas.openxmlformats.org/drawingml/2006/main"/>
          <a:ln xmlns:a="http://schemas.openxmlformats.org/drawingml/2006/main" w="9525">
            <a:solidFill>
              <a:srgbClr val="DDE2EA"/>
            </a:solidFill>
          </a:ln>
        </p:spPr>
      </p:sp>
      <p:sp>
        <p:nvSpPr>
          <p:cNvPr id="4" name="text-104">
            <a:extLst xmlns:a="http://schemas.openxmlformats.org/drawingml/2006/main">
              <a:ext uri="{FF2B5EF4-FFF2-40B4-BE49-F238E27FC236}">
                <a16:creationId xmlns:a16="http://schemas.microsoft.com/office/drawing/2014/main" id="{976A91C6-3048-4A77-A1C9-4D9B5AC6140C}"/>
              </a:ext>
            </a:extLst>
          </p:cNvPr>
          <p:cNvSpPr>
            <a:spLocks xmlns:a="http://schemas.openxmlformats.org/drawingml/2006/main" noGrp="1"/>
          </p:cNvSpPr>
          <p:nvPr/>
        </p:nvSpPr>
        <p:spPr>
          <a:xfrm xmlns:a="http://schemas.openxmlformats.org/drawingml/2006/main">
            <a:off x="609600" y="6505575"/>
            <a:ext cx="1333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5E6674"/>
                </a:solidFill>
                <a:latin typeface="Malgun Gothic"/>
                <a:ea typeface="Malgun Gothic"/>
                <a:cs typeface="Malgun Gothic"/>
              </a:defRPr>
            </a:pPr>
            <a:r>
              <a:rPr sz="975" b="1">
                <a:solidFill>
                  <a:srgbClr val="5E6674"/>
                </a:solidFill>
                <a:latin typeface="Malgun Gothic"/>
                <a:ea typeface="Malgun Gothic"/>
                <a:cs typeface="Malgun Gothic"/>
              </a:rPr>
              <a:t>TrueFit</a:t>
            </a:r>
          </a:p>
        </p:txBody>
      </p:sp>
      <p:sp>
        <p:nvSpPr>
          <p:cNvPr id="5" name="text-105">
            <a:extLst xmlns:a="http://schemas.openxmlformats.org/drawingml/2006/main">
              <a:ext uri="{FF2B5EF4-FFF2-40B4-BE49-F238E27FC236}">
                <a16:creationId xmlns:a16="http://schemas.microsoft.com/office/drawing/2014/main" id="{E467D75D-9D22-4098-8F9A-A43DCB4B03BA}"/>
              </a:ext>
            </a:extLst>
          </p:cNvPr>
          <p:cNvSpPr>
            <a:spLocks xmlns:a="http://schemas.openxmlformats.org/drawingml/2006/main" noGrp="1"/>
          </p:cNvSpPr>
          <p:nvPr/>
        </p:nvSpPr>
        <p:spPr>
          <a:xfrm xmlns:a="http://schemas.openxmlformats.org/drawingml/2006/main">
            <a:off x="11144250" y="6486525"/>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E6674"/>
                </a:solidFill>
                <a:latin typeface="Malgun Gothic"/>
                <a:ea typeface="Malgun Gothic"/>
                <a:cs typeface="Malgun Gothic"/>
              </a:defRPr>
            </a:pPr>
            <a:r>
              <a:rPr sz="1125" b="0">
                <a:solidFill>
                  <a:srgbClr val="5E6674"/>
                </a:solidFill>
                <a:latin typeface="Malgun Gothic"/>
                <a:ea typeface="Malgun Gothic"/>
                <a:cs typeface="Malgun Gothic"/>
              </a:rPr>
              <a:t>10</a:t>
            </a:r>
          </a:p>
        </p:txBody>
      </p:sp>
      <p:sp>
        <p:nvSpPr>
          <p:cNvPr id="6" name="text-106">
            <a:extLst xmlns:a="http://schemas.openxmlformats.org/drawingml/2006/main">
              <a:ext uri="{FF2B5EF4-FFF2-40B4-BE49-F238E27FC236}">
                <a16:creationId xmlns:a16="http://schemas.microsoft.com/office/drawing/2014/main" id="{E2C7E8C6-7BE6-4AC8-8E95-CE7E4FF8B33D}"/>
              </a:ext>
            </a:extLst>
          </p:cNvPr>
          <p:cNvSpPr>
            <a:spLocks xmlns:a="http://schemas.openxmlformats.org/drawingml/2006/main" noGrp="1"/>
          </p:cNvSpPr>
          <p:nvPr/>
        </p:nvSpPr>
        <p:spPr>
          <a:xfrm xmlns:a="http://schemas.openxmlformats.org/drawingml/2006/main">
            <a:off x="609600" y="1895475"/>
            <a:ext cx="438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71B24"/>
                </a:solidFill>
                <a:latin typeface="Malgun Gothic"/>
                <a:ea typeface="Malgun Gothic"/>
                <a:cs typeface="Malgun Gothic"/>
              </a:defRPr>
            </a:pPr>
            <a:r>
              <a:rPr sz="2100" b="1">
                <a:solidFill>
                  <a:srgbClr val="171B24"/>
                </a:solidFill>
                <a:latin typeface="Malgun Gothic"/>
                <a:ea typeface="Malgun Gothic"/>
                <a:cs typeface="Malgun Gothic"/>
              </a:rPr>
              <a:t>사용자 확보</a:t>
            </a:r>
          </a:p>
        </p:txBody>
      </p:sp>
      <p:sp>
        <p:nvSpPr>
          <p:cNvPr id="7" name="text-107">
            <a:extLst xmlns:a="http://schemas.openxmlformats.org/drawingml/2006/main">
              <a:ext uri="{FF2B5EF4-FFF2-40B4-BE49-F238E27FC236}">
                <a16:creationId xmlns:a16="http://schemas.microsoft.com/office/drawing/2014/main" id="{5DB8EDAC-3CC3-4584-8621-68396DED9643}"/>
              </a:ext>
            </a:extLst>
          </p:cNvPr>
          <p:cNvSpPr>
            <a:spLocks xmlns:a="http://schemas.openxmlformats.org/drawingml/2006/main" noGrp="1"/>
          </p:cNvSpPr>
          <p:nvPr/>
        </p:nvSpPr>
        <p:spPr>
          <a:xfrm xmlns:a="http://schemas.openxmlformats.org/drawingml/2006/main">
            <a:off x="609600" y="2543175"/>
            <a:ext cx="38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44BC4"/>
                </a:solidFill>
                <a:latin typeface="Malgun Gothic"/>
                <a:ea typeface="Malgun Gothic"/>
                <a:cs typeface="Malgun Gothic"/>
              </a:defRPr>
            </a:pPr>
            <a:r>
              <a:rPr sz="1575" b="1">
                <a:solidFill>
                  <a:srgbClr val="244BC4"/>
                </a:solidFill>
                <a:latin typeface="Malgun Gothic"/>
                <a:ea typeface="Malgun Gothic"/>
                <a:cs typeface="Malgun Gothic"/>
              </a:rPr>
              <a:t>01</a:t>
            </a:r>
          </a:p>
        </p:txBody>
      </p:sp>
      <p:sp>
        <p:nvSpPr>
          <p:cNvPr id="8" name="text-108">
            <a:extLst xmlns:a="http://schemas.openxmlformats.org/drawingml/2006/main">
              <a:ext uri="{FF2B5EF4-FFF2-40B4-BE49-F238E27FC236}">
                <a16:creationId xmlns:a16="http://schemas.microsoft.com/office/drawing/2014/main" id="{B4D76D2F-E726-4509-9C0F-2EEDE98DA7E0}"/>
              </a:ext>
            </a:extLst>
          </p:cNvPr>
          <p:cNvSpPr>
            <a:spLocks xmlns:a="http://schemas.openxmlformats.org/drawingml/2006/main" noGrp="1"/>
          </p:cNvSpPr>
          <p:nvPr/>
        </p:nvSpPr>
        <p:spPr>
          <a:xfrm xmlns:a="http://schemas.openxmlformats.org/drawingml/2006/main">
            <a:off x="1104900" y="2543175"/>
            <a:ext cx="4648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171B24"/>
                </a:solidFill>
                <a:latin typeface="Malgun Gothic"/>
                <a:ea typeface="Malgun Gothic"/>
                <a:cs typeface="Malgun Gothic"/>
              </a:defRPr>
            </a:pPr>
            <a:r>
              <a:rPr sz="1800" b="1">
                <a:solidFill>
                  <a:srgbClr val="171B24"/>
                </a:solidFill>
                <a:latin typeface="Malgun Gothic"/>
                <a:ea typeface="Malgun Gothic"/>
                <a:cs typeface="Malgun Gothic"/>
              </a:rPr>
              <a:t>외부 견적 무료 점검</a:t>
            </a:r>
          </a:p>
        </p:txBody>
      </p:sp>
      <p:sp>
        <p:nvSpPr>
          <p:cNvPr id="9" name="text-109">
            <a:extLst xmlns:a="http://schemas.openxmlformats.org/drawingml/2006/main">
              <a:ext uri="{FF2B5EF4-FFF2-40B4-BE49-F238E27FC236}">
                <a16:creationId xmlns:a16="http://schemas.microsoft.com/office/drawing/2014/main" id="{2D359B35-F6D3-4533-A784-EAA5B8487599}"/>
              </a:ext>
            </a:extLst>
          </p:cNvPr>
          <p:cNvSpPr>
            <a:spLocks xmlns:a="http://schemas.openxmlformats.org/drawingml/2006/main" noGrp="1"/>
          </p:cNvSpPr>
          <p:nvPr/>
        </p:nvSpPr>
        <p:spPr>
          <a:xfrm xmlns:a="http://schemas.openxmlformats.org/drawingml/2006/main">
            <a:off x="1104900" y="2971800"/>
            <a:ext cx="46482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5E6674"/>
                </a:solidFill>
                <a:latin typeface="Malgun Gothic"/>
                <a:ea typeface="Malgun Gothic"/>
                <a:cs typeface="Malgun Gothic"/>
              </a:defRPr>
            </a:pPr>
            <a:r>
              <a:rPr sz="1575" b="0">
                <a:solidFill>
                  <a:srgbClr val="5E6674"/>
                </a:solidFill>
                <a:latin typeface="Malgun Gothic"/>
                <a:ea typeface="Malgun Gothic"/>
                <a:cs typeface="Malgun Gothic"/>
              </a:rPr>
              <a:t>구매를 고민 중인 사용자의 첫 진입점</a:t>
            </a:r>
          </a:p>
        </p:txBody>
      </p:sp>
      <p:sp>
        <p:nvSpPr>
          <p:cNvPr id="10" name="text-110">
            <a:extLst xmlns:a="http://schemas.openxmlformats.org/drawingml/2006/main">
              <a:ext uri="{FF2B5EF4-FFF2-40B4-BE49-F238E27FC236}">
                <a16:creationId xmlns:a16="http://schemas.microsoft.com/office/drawing/2014/main" id="{241D26CA-E1E6-4A5B-950A-3CD61385D8EF}"/>
              </a:ext>
            </a:extLst>
          </p:cNvPr>
          <p:cNvSpPr>
            <a:spLocks xmlns:a="http://schemas.openxmlformats.org/drawingml/2006/main" noGrp="1"/>
          </p:cNvSpPr>
          <p:nvPr/>
        </p:nvSpPr>
        <p:spPr>
          <a:xfrm xmlns:a="http://schemas.openxmlformats.org/drawingml/2006/main">
            <a:off x="609600" y="3886200"/>
            <a:ext cx="38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44BC4"/>
                </a:solidFill>
                <a:latin typeface="Malgun Gothic"/>
                <a:ea typeface="Malgun Gothic"/>
                <a:cs typeface="Malgun Gothic"/>
              </a:defRPr>
            </a:pPr>
            <a:r>
              <a:rPr sz="1575" b="1">
                <a:solidFill>
                  <a:srgbClr val="244BC4"/>
                </a:solidFill>
                <a:latin typeface="Malgun Gothic"/>
                <a:ea typeface="Malgun Gothic"/>
                <a:cs typeface="Malgun Gothic"/>
              </a:rPr>
              <a:t>02</a:t>
            </a:r>
          </a:p>
        </p:txBody>
      </p:sp>
      <p:sp>
        <p:nvSpPr>
          <p:cNvPr id="11" name="text-111">
            <a:extLst xmlns:a="http://schemas.openxmlformats.org/drawingml/2006/main">
              <a:ext uri="{FF2B5EF4-FFF2-40B4-BE49-F238E27FC236}">
                <a16:creationId xmlns:a16="http://schemas.microsoft.com/office/drawing/2014/main" id="{029E7BDA-D489-4DDA-BDED-AB4DEFC2655C}"/>
              </a:ext>
            </a:extLst>
          </p:cNvPr>
          <p:cNvSpPr>
            <a:spLocks xmlns:a="http://schemas.openxmlformats.org/drawingml/2006/main" noGrp="1"/>
          </p:cNvSpPr>
          <p:nvPr/>
        </p:nvSpPr>
        <p:spPr>
          <a:xfrm xmlns:a="http://schemas.openxmlformats.org/drawingml/2006/main">
            <a:off x="1104900" y="3886200"/>
            <a:ext cx="4648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171B24"/>
                </a:solidFill>
                <a:latin typeface="Malgun Gothic"/>
                <a:ea typeface="Malgun Gothic"/>
                <a:cs typeface="Malgun Gothic"/>
              </a:defRPr>
            </a:pPr>
            <a:r>
              <a:rPr sz="1800" b="1">
                <a:solidFill>
                  <a:srgbClr val="171B24"/>
                </a:solidFill>
                <a:latin typeface="Malgun Gothic"/>
                <a:ea typeface="Malgun Gothic"/>
                <a:cs typeface="Malgun Gothic"/>
              </a:rPr>
              <a:t>커뮤니티·크리에이터</a:t>
            </a:r>
          </a:p>
        </p:txBody>
      </p:sp>
      <p:sp>
        <p:nvSpPr>
          <p:cNvPr id="12" name="text-112">
            <a:extLst xmlns:a="http://schemas.openxmlformats.org/drawingml/2006/main">
              <a:ext uri="{FF2B5EF4-FFF2-40B4-BE49-F238E27FC236}">
                <a16:creationId xmlns:a16="http://schemas.microsoft.com/office/drawing/2014/main" id="{B3792AE9-60A3-4E31-A90F-6511ED5D2B05}"/>
              </a:ext>
            </a:extLst>
          </p:cNvPr>
          <p:cNvSpPr>
            <a:spLocks xmlns:a="http://schemas.openxmlformats.org/drawingml/2006/main" noGrp="1"/>
          </p:cNvSpPr>
          <p:nvPr/>
        </p:nvSpPr>
        <p:spPr>
          <a:xfrm xmlns:a="http://schemas.openxmlformats.org/drawingml/2006/main">
            <a:off x="1104900" y="4314825"/>
            <a:ext cx="46482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5E6674"/>
                </a:solidFill>
                <a:latin typeface="Malgun Gothic"/>
                <a:ea typeface="Malgun Gothic"/>
                <a:cs typeface="Malgun Gothic"/>
              </a:defRPr>
            </a:pPr>
            <a:r>
              <a:rPr sz="1575" b="0">
                <a:solidFill>
                  <a:srgbClr val="5E6674"/>
                </a:solidFill>
                <a:latin typeface="Malgun Gothic"/>
                <a:ea typeface="Malgun Gothic"/>
                <a:cs typeface="Malgun Gothic"/>
              </a:rPr>
              <a:t>용도별 추천과 실제 사용 경험 콘텐츠</a:t>
            </a:r>
          </a:p>
        </p:txBody>
      </p:sp>
      <p:sp>
        <p:nvSpPr>
          <p:cNvPr id="13" name="text-113">
            <a:extLst xmlns:a="http://schemas.openxmlformats.org/drawingml/2006/main">
              <a:ext uri="{FF2B5EF4-FFF2-40B4-BE49-F238E27FC236}">
                <a16:creationId xmlns:a16="http://schemas.microsoft.com/office/drawing/2014/main" id="{60A9A811-63AE-4DDA-8125-FC1AF8278468}"/>
              </a:ext>
            </a:extLst>
          </p:cNvPr>
          <p:cNvSpPr>
            <a:spLocks xmlns:a="http://schemas.openxmlformats.org/drawingml/2006/main" noGrp="1"/>
          </p:cNvSpPr>
          <p:nvPr/>
        </p:nvSpPr>
        <p:spPr>
          <a:xfrm xmlns:a="http://schemas.openxmlformats.org/drawingml/2006/main">
            <a:off x="609600" y="5172075"/>
            <a:ext cx="38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44BC4"/>
                </a:solidFill>
                <a:latin typeface="Malgun Gothic"/>
                <a:ea typeface="Malgun Gothic"/>
                <a:cs typeface="Malgun Gothic"/>
              </a:defRPr>
            </a:pPr>
            <a:r>
              <a:rPr sz="1575" b="1">
                <a:solidFill>
                  <a:srgbClr val="244BC4"/>
                </a:solidFill>
                <a:latin typeface="Malgun Gothic"/>
                <a:ea typeface="Malgun Gothic"/>
                <a:cs typeface="Malgun Gothic"/>
              </a:rPr>
              <a:t>03</a:t>
            </a:r>
          </a:p>
        </p:txBody>
      </p:sp>
      <p:sp>
        <p:nvSpPr>
          <p:cNvPr id="14" name="text-114">
            <a:extLst xmlns:a="http://schemas.openxmlformats.org/drawingml/2006/main">
              <a:ext uri="{FF2B5EF4-FFF2-40B4-BE49-F238E27FC236}">
                <a16:creationId xmlns:a16="http://schemas.microsoft.com/office/drawing/2014/main" id="{7DFFBC82-DC9A-4C25-B186-49CDB7368E93}"/>
              </a:ext>
            </a:extLst>
          </p:cNvPr>
          <p:cNvSpPr>
            <a:spLocks xmlns:a="http://schemas.openxmlformats.org/drawingml/2006/main" noGrp="1"/>
          </p:cNvSpPr>
          <p:nvPr/>
        </p:nvSpPr>
        <p:spPr>
          <a:xfrm xmlns:a="http://schemas.openxmlformats.org/drawingml/2006/main">
            <a:off x="1104900" y="5172075"/>
            <a:ext cx="4648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171B24"/>
                </a:solidFill>
                <a:latin typeface="Malgun Gothic"/>
                <a:ea typeface="Malgun Gothic"/>
                <a:cs typeface="Malgun Gothic"/>
              </a:defRPr>
            </a:pPr>
            <a:r>
              <a:rPr sz="1800" b="1">
                <a:solidFill>
                  <a:srgbClr val="171B24"/>
                </a:solidFill>
                <a:latin typeface="Malgun Gothic"/>
                <a:ea typeface="Malgun Gothic"/>
                <a:cs typeface="Malgun Gothic"/>
              </a:rPr>
              <a:t>판매점 파일럿</a:t>
            </a:r>
          </a:p>
        </p:txBody>
      </p:sp>
      <p:sp>
        <p:nvSpPr>
          <p:cNvPr id="15" name="text-115">
            <a:extLst xmlns:a="http://schemas.openxmlformats.org/drawingml/2006/main">
              <a:ext uri="{FF2B5EF4-FFF2-40B4-BE49-F238E27FC236}">
                <a16:creationId xmlns:a16="http://schemas.microsoft.com/office/drawing/2014/main" id="{36559173-EA11-4681-BAB0-9D772C6BCDAE}"/>
              </a:ext>
            </a:extLst>
          </p:cNvPr>
          <p:cNvSpPr>
            <a:spLocks xmlns:a="http://schemas.openxmlformats.org/drawingml/2006/main" noGrp="1"/>
          </p:cNvSpPr>
          <p:nvPr/>
        </p:nvSpPr>
        <p:spPr>
          <a:xfrm xmlns:a="http://schemas.openxmlformats.org/drawingml/2006/main">
            <a:off x="1104900" y="5600700"/>
            <a:ext cx="46482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5E6674"/>
                </a:solidFill>
                <a:latin typeface="Malgun Gothic"/>
                <a:ea typeface="Malgun Gothic"/>
                <a:cs typeface="Malgun Gothic"/>
              </a:defRPr>
            </a:pPr>
            <a:r>
              <a:rPr sz="1575" b="0">
                <a:solidFill>
                  <a:srgbClr val="5E6674"/>
                </a:solidFill>
                <a:latin typeface="Malgun Gothic"/>
                <a:ea typeface="Malgun Gothic"/>
                <a:cs typeface="Malgun Gothic"/>
              </a:rPr>
              <a:t>상담 과정에 적용하고 구매 연결 확인</a:t>
            </a:r>
          </a:p>
        </p:txBody>
      </p:sp>
      <p:sp>
        <p:nvSpPr>
          <p:cNvPr id="16" name="text-116">
            <a:extLst xmlns:a="http://schemas.openxmlformats.org/drawingml/2006/main">
              <a:ext uri="{FF2B5EF4-FFF2-40B4-BE49-F238E27FC236}">
                <a16:creationId xmlns:a16="http://schemas.microsoft.com/office/drawing/2014/main" id="{F200A136-5870-4650-840E-C3C1473EE182}"/>
              </a:ext>
            </a:extLst>
          </p:cNvPr>
          <p:cNvSpPr>
            <a:spLocks xmlns:a="http://schemas.openxmlformats.org/drawingml/2006/main" noGrp="1"/>
          </p:cNvSpPr>
          <p:nvPr/>
        </p:nvSpPr>
        <p:spPr>
          <a:xfrm xmlns:a="http://schemas.openxmlformats.org/drawingml/2006/main">
            <a:off x="6781800" y="1895475"/>
            <a:ext cx="4667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71B24"/>
                </a:solidFill>
                <a:latin typeface="Malgun Gothic"/>
                <a:ea typeface="Malgun Gothic"/>
                <a:cs typeface="Malgun Gothic"/>
              </a:defRPr>
            </a:pPr>
            <a:r>
              <a:rPr sz="2100" b="1">
                <a:solidFill>
                  <a:srgbClr val="171B24"/>
                </a:solidFill>
                <a:latin typeface="Malgun Gothic"/>
                <a:ea typeface="Malgun Gothic"/>
                <a:cs typeface="Malgun Gothic"/>
              </a:rPr>
              <a:t>사업성 검증</a:t>
            </a:r>
          </a:p>
        </p:txBody>
      </p:sp>
      <p:sp>
        <p:nvSpPr>
          <p:cNvPr id="17" name="text-117">
            <a:extLst xmlns:a="http://schemas.openxmlformats.org/drawingml/2006/main">
              <a:ext uri="{FF2B5EF4-FFF2-40B4-BE49-F238E27FC236}">
                <a16:creationId xmlns:a16="http://schemas.microsoft.com/office/drawing/2014/main" id="{2EBA9CFB-F70E-4615-919B-2F0A8C8FF82E}"/>
              </a:ext>
            </a:extLst>
          </p:cNvPr>
          <p:cNvSpPr>
            <a:spLocks xmlns:a="http://schemas.openxmlformats.org/drawingml/2006/main" noGrp="1"/>
          </p:cNvSpPr>
          <p:nvPr/>
        </p:nvSpPr>
        <p:spPr>
          <a:xfrm xmlns:a="http://schemas.openxmlformats.org/drawingml/2006/main">
            <a:off x="6800850" y="26574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44BC4"/>
                </a:solidFill>
                <a:latin typeface="Malgun Gothic"/>
                <a:ea typeface="Malgun Gothic"/>
                <a:cs typeface="Malgun Gothic"/>
              </a:defRPr>
            </a:pPr>
            <a:r>
              <a:rPr sz="1575" b="1">
                <a:solidFill>
                  <a:srgbClr val="244BC4"/>
                </a:solidFill>
                <a:latin typeface="Malgun Gothic"/>
                <a:ea typeface="Malgun Gothic"/>
                <a:cs typeface="Malgun Gothic"/>
              </a:rPr>
              <a:t>01</a:t>
            </a:r>
          </a:p>
        </p:txBody>
      </p:sp>
      <p:sp>
        <p:nvSpPr>
          <p:cNvPr id="18" name="text-118">
            <a:extLst xmlns:a="http://schemas.openxmlformats.org/drawingml/2006/main">
              <a:ext uri="{FF2B5EF4-FFF2-40B4-BE49-F238E27FC236}">
                <a16:creationId xmlns:a16="http://schemas.microsoft.com/office/drawing/2014/main" id="{36341430-1DD9-417A-B7C7-DBC8D0040364}"/>
              </a:ext>
            </a:extLst>
          </p:cNvPr>
          <p:cNvSpPr>
            <a:spLocks xmlns:a="http://schemas.openxmlformats.org/drawingml/2006/main" noGrp="1"/>
          </p:cNvSpPr>
          <p:nvPr/>
        </p:nvSpPr>
        <p:spPr>
          <a:xfrm xmlns:a="http://schemas.openxmlformats.org/drawingml/2006/main">
            <a:off x="7477125" y="2657475"/>
            <a:ext cx="3905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171B24"/>
                </a:solidFill>
                <a:latin typeface="Malgun Gothic"/>
                <a:ea typeface="Malgun Gothic"/>
                <a:cs typeface="Malgun Gothic"/>
              </a:defRPr>
            </a:pPr>
            <a:r>
              <a:rPr sz="1800" b="0">
                <a:solidFill>
                  <a:srgbClr val="171B24"/>
                </a:solidFill>
                <a:latin typeface="Malgun Gothic"/>
                <a:ea typeface="Malgun Gothic"/>
                <a:cs typeface="Malgun Gothic"/>
              </a:rPr>
              <a:t>견적 완성률</a:t>
            </a:r>
          </a:p>
        </p:txBody>
      </p:sp>
      <p:sp>
        <p:nvSpPr>
          <p:cNvPr id="19" name="">
            <a:extLst xmlns:a="http://schemas.openxmlformats.org/drawingml/2006/main">
              <a:ext uri="{FF2B5EF4-FFF2-40B4-BE49-F238E27FC236}">
                <a16:creationId xmlns:a16="http://schemas.microsoft.com/office/drawing/2014/main" id="{02B4B98E-D630-4039-89AC-4CEA44C049C8}"/>
              </a:ext>
            </a:extLst>
          </p:cNvPr>
          <p:cNvSpPr>
            <a:spLocks xmlns:a="http://schemas.openxmlformats.org/drawingml/2006/main" noGrp="1"/>
          </p:cNvSpPr>
          <p:nvPr/>
        </p:nvSpPr>
        <p:spPr>
          <a:xfrm xmlns:a="http://schemas.openxmlformats.org/drawingml/2006/main">
            <a:off x="6800850" y="3152775"/>
            <a:ext cx="4648200" cy="0"/>
          </a:xfrm>
          <a:prstGeom xmlns:a="http://schemas.openxmlformats.org/drawingml/2006/main" prst="line">
            <a:avLst/>
          </a:prstGeom>
          <a:noFill xmlns:a="http://schemas.openxmlformats.org/drawingml/2006/main"/>
          <a:ln xmlns:a="http://schemas.openxmlformats.org/drawingml/2006/main" w="9525">
            <a:solidFill>
              <a:srgbClr val="DDE2EA"/>
            </a:solidFill>
          </a:ln>
        </p:spPr>
      </p:sp>
      <p:sp>
        <p:nvSpPr>
          <p:cNvPr id="20" name="text-119">
            <a:extLst xmlns:a="http://schemas.openxmlformats.org/drawingml/2006/main">
              <a:ext uri="{FF2B5EF4-FFF2-40B4-BE49-F238E27FC236}">
                <a16:creationId xmlns:a16="http://schemas.microsoft.com/office/drawing/2014/main" id="{C90A21FF-16FA-43BF-A473-7541C30400AA}"/>
              </a:ext>
            </a:extLst>
          </p:cNvPr>
          <p:cNvSpPr>
            <a:spLocks xmlns:a="http://schemas.openxmlformats.org/drawingml/2006/main" noGrp="1"/>
          </p:cNvSpPr>
          <p:nvPr/>
        </p:nvSpPr>
        <p:spPr>
          <a:xfrm xmlns:a="http://schemas.openxmlformats.org/drawingml/2006/main">
            <a:off x="6800850" y="3352800"/>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44BC4"/>
                </a:solidFill>
                <a:latin typeface="Malgun Gothic"/>
                <a:ea typeface="Malgun Gothic"/>
                <a:cs typeface="Malgun Gothic"/>
              </a:defRPr>
            </a:pPr>
            <a:r>
              <a:rPr sz="1575" b="1">
                <a:solidFill>
                  <a:srgbClr val="244BC4"/>
                </a:solidFill>
                <a:latin typeface="Malgun Gothic"/>
                <a:ea typeface="Malgun Gothic"/>
                <a:cs typeface="Malgun Gothic"/>
              </a:rPr>
              <a:t>02</a:t>
            </a:r>
          </a:p>
        </p:txBody>
      </p:sp>
      <p:sp>
        <p:nvSpPr>
          <p:cNvPr id="21" name="text-120">
            <a:extLst xmlns:a="http://schemas.openxmlformats.org/drawingml/2006/main">
              <a:ext uri="{FF2B5EF4-FFF2-40B4-BE49-F238E27FC236}">
                <a16:creationId xmlns:a16="http://schemas.microsoft.com/office/drawing/2014/main" id="{56F1BB36-5C0F-4A4B-B37F-A39349F7FFD7}"/>
              </a:ext>
            </a:extLst>
          </p:cNvPr>
          <p:cNvSpPr>
            <a:spLocks xmlns:a="http://schemas.openxmlformats.org/drawingml/2006/main" noGrp="1"/>
          </p:cNvSpPr>
          <p:nvPr/>
        </p:nvSpPr>
        <p:spPr>
          <a:xfrm xmlns:a="http://schemas.openxmlformats.org/drawingml/2006/main">
            <a:off x="7477125" y="3352800"/>
            <a:ext cx="3905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171B24"/>
                </a:solidFill>
                <a:latin typeface="Malgun Gothic"/>
                <a:ea typeface="Malgun Gothic"/>
                <a:cs typeface="Malgun Gothic"/>
              </a:defRPr>
            </a:pPr>
            <a:r>
              <a:rPr sz="1800" b="0">
                <a:solidFill>
                  <a:srgbClr val="171B24"/>
                </a:solidFill>
                <a:latin typeface="Malgun Gothic"/>
                <a:ea typeface="Malgun Gothic"/>
                <a:cs typeface="Malgun Gothic"/>
              </a:rPr>
              <a:t>판매처 이동률</a:t>
            </a:r>
          </a:p>
        </p:txBody>
      </p:sp>
      <p:sp>
        <p:nvSpPr>
          <p:cNvPr id="22" name="">
            <a:extLst xmlns:a="http://schemas.openxmlformats.org/drawingml/2006/main">
              <a:ext uri="{FF2B5EF4-FFF2-40B4-BE49-F238E27FC236}">
                <a16:creationId xmlns:a16="http://schemas.microsoft.com/office/drawing/2014/main" id="{03C10FC6-C1BA-4118-8A44-B810FBD40014}"/>
              </a:ext>
            </a:extLst>
          </p:cNvPr>
          <p:cNvSpPr>
            <a:spLocks xmlns:a="http://schemas.openxmlformats.org/drawingml/2006/main" noGrp="1"/>
          </p:cNvSpPr>
          <p:nvPr/>
        </p:nvSpPr>
        <p:spPr>
          <a:xfrm xmlns:a="http://schemas.openxmlformats.org/drawingml/2006/main">
            <a:off x="6800850" y="3848100"/>
            <a:ext cx="4648200" cy="0"/>
          </a:xfrm>
          <a:prstGeom xmlns:a="http://schemas.openxmlformats.org/drawingml/2006/main" prst="line">
            <a:avLst/>
          </a:prstGeom>
          <a:noFill xmlns:a="http://schemas.openxmlformats.org/drawingml/2006/main"/>
          <a:ln xmlns:a="http://schemas.openxmlformats.org/drawingml/2006/main" w="9525">
            <a:solidFill>
              <a:srgbClr val="DDE2EA"/>
            </a:solidFill>
          </a:ln>
        </p:spPr>
      </p:sp>
      <p:sp>
        <p:nvSpPr>
          <p:cNvPr id="23" name="text-121">
            <a:extLst xmlns:a="http://schemas.openxmlformats.org/drawingml/2006/main">
              <a:ext uri="{FF2B5EF4-FFF2-40B4-BE49-F238E27FC236}">
                <a16:creationId xmlns:a16="http://schemas.microsoft.com/office/drawing/2014/main" id="{D73CEAA4-2CB3-43C2-98F8-91EC3A48F210}"/>
              </a:ext>
            </a:extLst>
          </p:cNvPr>
          <p:cNvSpPr>
            <a:spLocks xmlns:a="http://schemas.openxmlformats.org/drawingml/2006/main" noGrp="1"/>
          </p:cNvSpPr>
          <p:nvPr/>
        </p:nvSpPr>
        <p:spPr>
          <a:xfrm xmlns:a="http://schemas.openxmlformats.org/drawingml/2006/main">
            <a:off x="6800850" y="404812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44BC4"/>
                </a:solidFill>
                <a:latin typeface="Malgun Gothic"/>
                <a:ea typeface="Malgun Gothic"/>
                <a:cs typeface="Malgun Gothic"/>
              </a:defRPr>
            </a:pPr>
            <a:r>
              <a:rPr sz="1575" b="1">
                <a:solidFill>
                  <a:srgbClr val="244BC4"/>
                </a:solidFill>
                <a:latin typeface="Malgun Gothic"/>
                <a:ea typeface="Malgun Gothic"/>
                <a:cs typeface="Malgun Gothic"/>
              </a:rPr>
              <a:t>03</a:t>
            </a:r>
          </a:p>
        </p:txBody>
      </p:sp>
      <p:sp>
        <p:nvSpPr>
          <p:cNvPr id="24" name="text-122">
            <a:extLst xmlns:a="http://schemas.openxmlformats.org/drawingml/2006/main">
              <a:ext uri="{FF2B5EF4-FFF2-40B4-BE49-F238E27FC236}">
                <a16:creationId xmlns:a16="http://schemas.microsoft.com/office/drawing/2014/main" id="{948A6725-5CB3-4D22-B52B-19DA8DC52E9C}"/>
              </a:ext>
            </a:extLst>
          </p:cNvPr>
          <p:cNvSpPr>
            <a:spLocks xmlns:a="http://schemas.openxmlformats.org/drawingml/2006/main" noGrp="1"/>
          </p:cNvSpPr>
          <p:nvPr/>
        </p:nvSpPr>
        <p:spPr>
          <a:xfrm xmlns:a="http://schemas.openxmlformats.org/drawingml/2006/main">
            <a:off x="7477125" y="4048125"/>
            <a:ext cx="3905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171B24"/>
                </a:solidFill>
                <a:latin typeface="Malgun Gothic"/>
                <a:ea typeface="Malgun Gothic"/>
                <a:cs typeface="Malgun Gothic"/>
              </a:defRPr>
            </a:pPr>
            <a:r>
              <a:rPr sz="1800" b="0">
                <a:solidFill>
                  <a:srgbClr val="171B24"/>
                </a:solidFill>
                <a:latin typeface="Malgun Gothic"/>
                <a:ea typeface="Malgun Gothic"/>
                <a:cs typeface="Malgun Gothic"/>
              </a:rPr>
              <a:t>확인된 구매 전환</a:t>
            </a:r>
          </a:p>
        </p:txBody>
      </p:sp>
      <p:sp>
        <p:nvSpPr>
          <p:cNvPr id="25" name="">
            <a:extLst xmlns:a="http://schemas.openxmlformats.org/drawingml/2006/main">
              <a:ext uri="{FF2B5EF4-FFF2-40B4-BE49-F238E27FC236}">
                <a16:creationId xmlns:a16="http://schemas.microsoft.com/office/drawing/2014/main" id="{A70F96BC-95D3-465E-B55E-932262E59556}"/>
              </a:ext>
            </a:extLst>
          </p:cNvPr>
          <p:cNvSpPr>
            <a:spLocks xmlns:a="http://schemas.openxmlformats.org/drawingml/2006/main" noGrp="1"/>
          </p:cNvSpPr>
          <p:nvPr/>
        </p:nvSpPr>
        <p:spPr>
          <a:xfrm xmlns:a="http://schemas.openxmlformats.org/drawingml/2006/main">
            <a:off x="6800850" y="4543425"/>
            <a:ext cx="4648200" cy="0"/>
          </a:xfrm>
          <a:prstGeom xmlns:a="http://schemas.openxmlformats.org/drawingml/2006/main" prst="line">
            <a:avLst/>
          </a:prstGeom>
          <a:noFill xmlns:a="http://schemas.openxmlformats.org/drawingml/2006/main"/>
          <a:ln xmlns:a="http://schemas.openxmlformats.org/drawingml/2006/main" w="9525">
            <a:solidFill>
              <a:srgbClr val="DDE2EA"/>
            </a:solidFill>
          </a:ln>
        </p:spPr>
      </p:sp>
      <p:sp>
        <p:nvSpPr>
          <p:cNvPr id="26" name="text-123">
            <a:extLst xmlns:a="http://schemas.openxmlformats.org/drawingml/2006/main">
              <a:ext uri="{FF2B5EF4-FFF2-40B4-BE49-F238E27FC236}">
                <a16:creationId xmlns:a16="http://schemas.microsoft.com/office/drawing/2014/main" id="{E547B89A-6AD9-49CB-AF92-CF83ABB70610}"/>
              </a:ext>
            </a:extLst>
          </p:cNvPr>
          <p:cNvSpPr>
            <a:spLocks xmlns:a="http://schemas.openxmlformats.org/drawingml/2006/main" noGrp="1"/>
          </p:cNvSpPr>
          <p:nvPr/>
        </p:nvSpPr>
        <p:spPr>
          <a:xfrm xmlns:a="http://schemas.openxmlformats.org/drawingml/2006/main">
            <a:off x="6800850" y="4743450"/>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44BC4"/>
                </a:solidFill>
                <a:latin typeface="Malgun Gothic"/>
                <a:ea typeface="Malgun Gothic"/>
                <a:cs typeface="Malgun Gothic"/>
              </a:defRPr>
            </a:pPr>
            <a:r>
              <a:rPr sz="1575" b="1">
                <a:solidFill>
                  <a:srgbClr val="244BC4"/>
                </a:solidFill>
                <a:latin typeface="Malgun Gothic"/>
                <a:ea typeface="Malgun Gothic"/>
                <a:cs typeface="Malgun Gothic"/>
              </a:rPr>
              <a:t>04</a:t>
            </a:r>
          </a:p>
        </p:txBody>
      </p:sp>
      <p:sp>
        <p:nvSpPr>
          <p:cNvPr id="27" name="text-124">
            <a:extLst xmlns:a="http://schemas.openxmlformats.org/drawingml/2006/main">
              <a:ext uri="{FF2B5EF4-FFF2-40B4-BE49-F238E27FC236}">
                <a16:creationId xmlns:a16="http://schemas.microsoft.com/office/drawing/2014/main" id="{8B1D5257-2464-4D57-9FF5-5084BD68470E}"/>
              </a:ext>
            </a:extLst>
          </p:cNvPr>
          <p:cNvSpPr>
            <a:spLocks xmlns:a="http://schemas.openxmlformats.org/drawingml/2006/main" noGrp="1"/>
          </p:cNvSpPr>
          <p:nvPr/>
        </p:nvSpPr>
        <p:spPr>
          <a:xfrm xmlns:a="http://schemas.openxmlformats.org/drawingml/2006/main">
            <a:off x="7477125" y="4743450"/>
            <a:ext cx="3905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171B24"/>
                </a:solidFill>
                <a:latin typeface="Malgun Gothic"/>
                <a:ea typeface="Malgun Gothic"/>
                <a:cs typeface="Malgun Gothic"/>
              </a:defRPr>
            </a:pPr>
            <a:r>
              <a:rPr sz="1800" b="0">
                <a:solidFill>
                  <a:srgbClr val="171B24"/>
                </a:solidFill>
                <a:latin typeface="Malgun Gothic"/>
                <a:ea typeface="Malgun Gothic"/>
                <a:cs typeface="Malgun Gothic"/>
              </a:rPr>
              <a:t>제품별 리뷰 작성률</a:t>
            </a:r>
          </a:p>
        </p:txBody>
      </p:sp>
      <p:sp>
        <p:nvSpPr>
          <p:cNvPr id="28" name="">
            <a:extLst xmlns:a="http://schemas.openxmlformats.org/drawingml/2006/main">
              <a:ext uri="{FF2B5EF4-FFF2-40B4-BE49-F238E27FC236}">
                <a16:creationId xmlns:a16="http://schemas.microsoft.com/office/drawing/2014/main" id="{764A8224-9967-4021-9124-AE4D2504632A}"/>
              </a:ext>
            </a:extLst>
          </p:cNvPr>
          <p:cNvSpPr>
            <a:spLocks xmlns:a="http://schemas.openxmlformats.org/drawingml/2006/main" noGrp="1"/>
          </p:cNvSpPr>
          <p:nvPr/>
        </p:nvSpPr>
        <p:spPr>
          <a:xfrm xmlns:a="http://schemas.openxmlformats.org/drawingml/2006/main">
            <a:off x="6800850" y="5238750"/>
            <a:ext cx="4648200" cy="0"/>
          </a:xfrm>
          <a:prstGeom xmlns:a="http://schemas.openxmlformats.org/drawingml/2006/main" prst="line">
            <a:avLst/>
          </a:prstGeom>
          <a:noFill xmlns:a="http://schemas.openxmlformats.org/drawingml/2006/main"/>
          <a:ln xmlns:a="http://schemas.openxmlformats.org/drawingml/2006/main" w="9525">
            <a:solidFill>
              <a:srgbClr val="DDE2EA"/>
            </a:solidFill>
          </a:ln>
        </p:spPr>
      </p:sp>
    </p:spTree>
    <p:extLst>
      <p:ext uri="{BB962C8B-B14F-4D97-AF65-F5344CB8AC3E}">
        <p14:creationId xmlns:p14="http://schemas.microsoft.com/office/powerpoint/2010/main" val="5169348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text-125">
            <a:extLst xmlns:a="http://schemas.openxmlformats.org/drawingml/2006/main">
              <a:ext uri="{FF2B5EF4-FFF2-40B4-BE49-F238E27FC236}">
                <a16:creationId xmlns:a16="http://schemas.microsoft.com/office/drawing/2014/main" id="{FD041B29-0A3B-49BA-ACBF-501FE7FA3966}"/>
              </a:ext>
            </a:extLst>
          </p:cNvPr>
          <p:cNvSpPr>
            <a:spLocks xmlns:a="http://schemas.openxmlformats.org/drawingml/2006/main" noGrp="1"/>
          </p:cNvSpPr>
          <p:nvPr/>
        </p:nvSpPr>
        <p:spPr>
          <a:xfrm xmlns:a="http://schemas.openxmlformats.org/drawingml/2006/main">
            <a:off x="609600" y="447675"/>
            <a:ext cx="10953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1">
                <a:solidFill>
                  <a:srgbClr val="171B24"/>
                </a:solidFill>
                <a:latin typeface="Malgun Gothic"/>
                <a:ea typeface="Malgun Gothic"/>
                <a:cs typeface="Malgun Gothic"/>
              </a:defRPr>
            </a:pPr>
            <a:r>
              <a:rPr sz="2700" b="1">
                <a:solidFill>
                  <a:srgbClr val="171B24"/>
                </a:solidFill>
                <a:latin typeface="Malgun Gothic"/>
                <a:ea typeface="Malgun Gothic"/>
                <a:cs typeface="Malgun Gothic"/>
              </a:rPr>
              <a:t>현재 개발 수준과 12개월 계획</a:t>
            </a:r>
          </a:p>
        </p:txBody>
      </p:sp>
      <p:sp>
        <p:nvSpPr>
          <p:cNvPr id="2" name="text-126">
            <a:extLst xmlns:a="http://schemas.openxmlformats.org/drawingml/2006/main">
              <a:ext uri="{FF2B5EF4-FFF2-40B4-BE49-F238E27FC236}">
                <a16:creationId xmlns:a16="http://schemas.microsoft.com/office/drawing/2014/main" id="{C7FD6950-6C92-4695-89F0-CF4409B00CFA}"/>
              </a:ext>
            </a:extLst>
          </p:cNvPr>
          <p:cNvSpPr>
            <a:spLocks xmlns:a="http://schemas.openxmlformats.org/drawingml/2006/main" noGrp="1"/>
          </p:cNvSpPr>
          <p:nvPr/>
        </p:nvSpPr>
        <p:spPr>
          <a:xfrm xmlns:a="http://schemas.openxmlformats.org/drawingml/2006/main">
            <a:off x="628650" y="11049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E6674"/>
                </a:solidFill>
                <a:latin typeface="Malgun Gothic"/>
                <a:ea typeface="Malgun Gothic"/>
                <a:cs typeface="Malgun Gothic"/>
              </a:defRPr>
            </a:pPr>
            <a:r>
              <a:rPr sz="1500" b="0">
                <a:solidFill>
                  <a:srgbClr val="5E6674"/>
                </a:solidFill>
                <a:latin typeface="Malgun Gothic"/>
                <a:ea typeface="Malgun Gothic"/>
                <a:cs typeface="Malgun Gothic"/>
              </a:rPr>
              <a:t>현재 구현한 PC 추천 흐름을 전체 서비스와 자체 리뷰로 확장</a:t>
            </a:r>
          </a:p>
        </p:txBody>
      </p:sp>
      <p:sp>
        <p:nvSpPr>
          <p:cNvPr id="3" name="">
            <a:extLst xmlns:a="http://schemas.openxmlformats.org/drawingml/2006/main">
              <a:ext uri="{FF2B5EF4-FFF2-40B4-BE49-F238E27FC236}">
                <a16:creationId xmlns:a16="http://schemas.microsoft.com/office/drawing/2014/main" id="{2A5CE9CB-2927-4A41-B648-66DE0A63051A}"/>
              </a:ext>
            </a:extLst>
          </p:cNvPr>
          <p:cNvSpPr>
            <a:spLocks xmlns:a="http://schemas.openxmlformats.org/drawingml/2006/main" noGrp="1"/>
          </p:cNvSpPr>
          <p:nvPr/>
        </p:nvSpPr>
        <p:spPr>
          <a:xfrm xmlns:a="http://schemas.openxmlformats.org/drawingml/2006/main">
            <a:off x="609600" y="6362700"/>
            <a:ext cx="10972800" cy="0"/>
          </a:xfrm>
          <a:prstGeom xmlns:a="http://schemas.openxmlformats.org/drawingml/2006/main" prst="line">
            <a:avLst/>
          </a:prstGeom>
          <a:noFill xmlns:a="http://schemas.openxmlformats.org/drawingml/2006/main"/>
          <a:ln xmlns:a="http://schemas.openxmlformats.org/drawingml/2006/main" w="9525">
            <a:solidFill>
              <a:srgbClr val="DDE2EA"/>
            </a:solidFill>
          </a:ln>
        </p:spPr>
      </p:sp>
      <p:sp>
        <p:nvSpPr>
          <p:cNvPr id="4" name="text-127">
            <a:extLst xmlns:a="http://schemas.openxmlformats.org/drawingml/2006/main">
              <a:ext uri="{FF2B5EF4-FFF2-40B4-BE49-F238E27FC236}">
                <a16:creationId xmlns:a16="http://schemas.microsoft.com/office/drawing/2014/main" id="{5ED82D22-73F8-4227-9AC1-3A9345734F8D}"/>
              </a:ext>
            </a:extLst>
          </p:cNvPr>
          <p:cNvSpPr>
            <a:spLocks xmlns:a="http://schemas.openxmlformats.org/drawingml/2006/main" noGrp="1"/>
          </p:cNvSpPr>
          <p:nvPr/>
        </p:nvSpPr>
        <p:spPr>
          <a:xfrm xmlns:a="http://schemas.openxmlformats.org/drawingml/2006/main">
            <a:off x="609600" y="6505575"/>
            <a:ext cx="1333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5E6674"/>
                </a:solidFill>
                <a:latin typeface="Malgun Gothic"/>
                <a:ea typeface="Malgun Gothic"/>
                <a:cs typeface="Malgun Gothic"/>
              </a:defRPr>
            </a:pPr>
            <a:r>
              <a:rPr sz="975" b="1">
                <a:solidFill>
                  <a:srgbClr val="5E6674"/>
                </a:solidFill>
                <a:latin typeface="Malgun Gothic"/>
                <a:ea typeface="Malgun Gothic"/>
                <a:cs typeface="Malgun Gothic"/>
              </a:rPr>
              <a:t>TrueFit</a:t>
            </a:r>
          </a:p>
        </p:txBody>
      </p:sp>
      <p:sp>
        <p:nvSpPr>
          <p:cNvPr id="5" name="text-128">
            <a:extLst xmlns:a="http://schemas.openxmlformats.org/drawingml/2006/main">
              <a:ext uri="{FF2B5EF4-FFF2-40B4-BE49-F238E27FC236}">
                <a16:creationId xmlns:a16="http://schemas.microsoft.com/office/drawing/2014/main" id="{F0B4814A-5449-4D9D-965D-FA1044065622}"/>
              </a:ext>
            </a:extLst>
          </p:cNvPr>
          <p:cNvSpPr>
            <a:spLocks xmlns:a="http://schemas.openxmlformats.org/drawingml/2006/main" noGrp="1"/>
          </p:cNvSpPr>
          <p:nvPr/>
        </p:nvSpPr>
        <p:spPr>
          <a:xfrm xmlns:a="http://schemas.openxmlformats.org/drawingml/2006/main">
            <a:off x="11144250" y="6486525"/>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E6674"/>
                </a:solidFill>
                <a:latin typeface="Malgun Gothic"/>
                <a:ea typeface="Malgun Gothic"/>
                <a:cs typeface="Malgun Gothic"/>
              </a:defRPr>
            </a:pPr>
            <a:r>
              <a:rPr sz="1125" b="0">
                <a:solidFill>
                  <a:srgbClr val="5E6674"/>
                </a:solidFill>
                <a:latin typeface="Malgun Gothic"/>
                <a:ea typeface="Malgun Gothic"/>
                <a:cs typeface="Malgun Gothic"/>
              </a:rPr>
              <a:t>11</a:t>
            </a:r>
          </a:p>
        </p:txBody>
      </p:sp>
      <p:sp>
        <p:nvSpPr>
          <p:cNvPr id="6" name="text-129">
            <a:extLst xmlns:a="http://schemas.openxmlformats.org/drawingml/2006/main">
              <a:ext uri="{FF2B5EF4-FFF2-40B4-BE49-F238E27FC236}">
                <a16:creationId xmlns:a16="http://schemas.microsoft.com/office/drawing/2014/main" id="{106F55B1-F7BB-4DAD-B41B-9E99520C6A24}"/>
              </a:ext>
            </a:extLst>
          </p:cNvPr>
          <p:cNvSpPr>
            <a:spLocks xmlns:a="http://schemas.openxmlformats.org/drawingml/2006/main" noGrp="1"/>
          </p:cNvSpPr>
          <p:nvPr/>
        </p:nvSpPr>
        <p:spPr>
          <a:xfrm xmlns:a="http://schemas.openxmlformats.org/drawingml/2006/main">
            <a:off x="609600" y="1943100"/>
            <a:ext cx="2714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244BC4"/>
                </a:solidFill>
                <a:latin typeface="Malgun Gothic"/>
                <a:ea typeface="Malgun Gothic"/>
                <a:cs typeface="Malgun Gothic"/>
              </a:defRPr>
            </a:pPr>
            <a:r>
              <a:rPr sz="2100" b="1">
                <a:solidFill>
                  <a:srgbClr val="244BC4"/>
                </a:solidFill>
                <a:latin typeface="Malgun Gothic"/>
                <a:ea typeface="Malgun Gothic"/>
                <a:cs typeface="Malgun Gothic"/>
              </a:rPr>
              <a:t>현재 구현</a:t>
            </a:r>
          </a:p>
        </p:txBody>
      </p:sp>
      <p:sp>
        <p:nvSpPr>
          <p:cNvPr id="7" name="text-130">
            <a:extLst xmlns:a="http://schemas.openxmlformats.org/drawingml/2006/main">
              <a:ext uri="{FF2B5EF4-FFF2-40B4-BE49-F238E27FC236}">
                <a16:creationId xmlns:a16="http://schemas.microsoft.com/office/drawing/2014/main" id="{F6430F22-1AE9-44AE-8DA3-1C315F992126}"/>
              </a:ext>
            </a:extLst>
          </p:cNvPr>
          <p:cNvSpPr>
            <a:spLocks xmlns:a="http://schemas.openxmlformats.org/drawingml/2006/main" noGrp="1"/>
          </p:cNvSpPr>
          <p:nvPr/>
        </p:nvSpPr>
        <p:spPr>
          <a:xfrm xmlns:a="http://schemas.openxmlformats.org/drawingml/2006/main">
            <a:off x="609600" y="2638425"/>
            <a:ext cx="433387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171B24"/>
                </a:solidFill>
                <a:latin typeface="Malgun Gothic"/>
                <a:ea typeface="Malgun Gothic"/>
                <a:cs typeface="Malgun Gothic"/>
              </a:defRPr>
            </a:pPr>
            <a:r>
              <a:rPr sz="1800" b="0">
                <a:solidFill>
                  <a:srgbClr val="171B24"/>
                </a:solidFill>
                <a:latin typeface="Malgun Gothic"/>
                <a:ea typeface="Malgun Gothic"/>
                <a:cs typeface="Malgun Gothic"/>
              </a:rPr>
              <a:t>조건 대화·PC 추천</a:t>
            </a:r>
          </a:p>
          <a:p xmlns:a="http://schemas.openxmlformats.org/drawingml/2006/main">
            <a:pPr>
              <a:defRPr sz="1800" b="0">
                <a:solidFill>
                  <a:srgbClr val="171B24"/>
                </a:solidFill>
                <a:latin typeface="Malgun Gothic"/>
                <a:ea typeface="Malgun Gothic"/>
                <a:cs typeface="Malgun Gothic"/>
              </a:defRPr>
            </a:pPr>
            <a:r>
              <a:rPr sz="1800" b="0">
                <a:solidFill>
                  <a:srgbClr val="171B24"/>
                </a:solidFill>
                <a:latin typeface="Malgun Gothic"/>
                <a:ea typeface="Malgun Gothic"/>
                <a:cs typeface="Malgun Gothic"/>
              </a:rPr>
              <a:t>부품 교체와 호환 검사</a:t>
            </a:r>
          </a:p>
          <a:p xmlns:a="http://schemas.openxmlformats.org/drawingml/2006/main">
            <a:pPr>
              <a:defRPr sz="1800" b="0">
                <a:solidFill>
                  <a:srgbClr val="171B24"/>
                </a:solidFill>
                <a:latin typeface="Malgun Gothic"/>
                <a:ea typeface="Malgun Gothic"/>
                <a:cs typeface="Malgun Gothic"/>
              </a:defRPr>
            </a:pPr>
            <a:r>
              <a:rPr sz="1800" b="0">
                <a:solidFill>
                  <a:srgbClr val="171B24"/>
                </a:solidFill>
                <a:latin typeface="Malgun Gothic"/>
                <a:ea typeface="Malgun Gothic"/>
                <a:cs typeface="Malgun Gothic"/>
              </a:rPr>
              <a:t>장바구니·저장 리포트</a:t>
            </a:r>
          </a:p>
        </p:txBody>
      </p:sp>
      <p:sp>
        <p:nvSpPr>
          <p:cNvPr id="8" name="text-131">
            <a:extLst xmlns:a="http://schemas.openxmlformats.org/drawingml/2006/main">
              <a:ext uri="{FF2B5EF4-FFF2-40B4-BE49-F238E27FC236}">
                <a16:creationId xmlns:a16="http://schemas.microsoft.com/office/drawing/2014/main" id="{63042352-1C78-477C-89C7-14E9C477349D}"/>
              </a:ext>
            </a:extLst>
          </p:cNvPr>
          <p:cNvSpPr>
            <a:spLocks xmlns:a="http://schemas.openxmlformats.org/drawingml/2006/main" noGrp="1"/>
          </p:cNvSpPr>
          <p:nvPr/>
        </p:nvSpPr>
        <p:spPr>
          <a:xfrm xmlns:a="http://schemas.openxmlformats.org/drawingml/2006/main">
            <a:off x="609600" y="415290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E6674"/>
                </a:solidFill>
                <a:latin typeface="Malgun Gothic"/>
                <a:ea typeface="Malgun Gothic"/>
                <a:cs typeface="Malgun Gothic"/>
              </a:defRPr>
            </a:pPr>
            <a:r>
              <a:rPr sz="1500" b="0">
                <a:solidFill>
                  <a:srgbClr val="5E6674"/>
                </a:solidFill>
                <a:latin typeface="Malgun Gothic"/>
                <a:ea typeface="Malgun Gothic"/>
                <a:cs typeface="Malgun Gothic"/>
              </a:rPr>
              <a:t>React · FastAPI · PostgreSQL</a:t>
            </a:r>
          </a:p>
        </p:txBody>
      </p:sp>
      <p:sp>
        <p:nvSpPr>
          <p:cNvPr id="9" name="text-132">
            <a:extLst xmlns:a="http://schemas.openxmlformats.org/drawingml/2006/main">
              <a:ext uri="{FF2B5EF4-FFF2-40B4-BE49-F238E27FC236}">
                <a16:creationId xmlns:a16="http://schemas.microsoft.com/office/drawing/2014/main" id="{B70DB3A9-DC81-4ED8-B693-AF52C20FE188}"/>
              </a:ext>
            </a:extLst>
          </p:cNvPr>
          <p:cNvSpPr>
            <a:spLocks xmlns:a="http://schemas.openxmlformats.org/drawingml/2006/main" noGrp="1"/>
          </p:cNvSpPr>
          <p:nvPr/>
        </p:nvSpPr>
        <p:spPr>
          <a:xfrm xmlns:a="http://schemas.openxmlformats.org/drawingml/2006/main">
            <a:off x="609600" y="4629150"/>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E6674"/>
                </a:solidFill>
                <a:latin typeface="Malgun Gothic"/>
                <a:ea typeface="Malgun Gothic"/>
                <a:cs typeface="Malgun Gothic"/>
              </a:defRPr>
            </a:pPr>
            <a:r>
              <a:rPr sz="1125" b="0">
                <a:solidFill>
                  <a:srgbClr val="5E6674"/>
                </a:solidFill>
                <a:latin typeface="Malgun Gothic"/>
                <a:ea typeface="Malgun Gothic"/>
                <a:cs typeface="Malgun Gothic"/>
              </a:rPr>
              <a:t>코드·문서 확인 기준</a:t>
            </a:r>
          </a:p>
        </p:txBody>
      </p:sp>
      <p:sp>
        <p:nvSpPr>
          <p:cNvPr id="10" name="text-133">
            <a:extLst xmlns:a="http://schemas.openxmlformats.org/drawingml/2006/main">
              <a:ext uri="{FF2B5EF4-FFF2-40B4-BE49-F238E27FC236}">
                <a16:creationId xmlns:a16="http://schemas.microsoft.com/office/drawing/2014/main" id="{F60C3857-4C20-4389-9518-EE1F1C22E0F9}"/>
              </a:ext>
            </a:extLst>
          </p:cNvPr>
          <p:cNvSpPr>
            <a:spLocks xmlns:a="http://schemas.openxmlformats.org/drawingml/2006/main" noGrp="1"/>
          </p:cNvSpPr>
          <p:nvPr/>
        </p:nvSpPr>
        <p:spPr>
          <a:xfrm xmlns:a="http://schemas.openxmlformats.org/drawingml/2006/main">
            <a:off x="6172200" y="1885950"/>
            <a:ext cx="1714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1">
                <a:solidFill>
                  <a:srgbClr val="244BC4"/>
                </a:solidFill>
                <a:latin typeface="Malgun Gothic"/>
                <a:ea typeface="Malgun Gothic"/>
                <a:cs typeface="Malgun Gothic"/>
              </a:defRPr>
            </a:pPr>
            <a:r>
              <a:rPr sz="1425" b="1">
                <a:solidFill>
                  <a:srgbClr val="244BC4"/>
                </a:solidFill>
                <a:latin typeface="Malgun Gothic"/>
                <a:ea typeface="Malgun Gothic"/>
                <a:cs typeface="Malgun Gothic"/>
              </a:rPr>
              <a:t>1–3개월</a:t>
            </a:r>
          </a:p>
        </p:txBody>
      </p:sp>
      <p:sp>
        <p:nvSpPr>
          <p:cNvPr id="11" name="text-134">
            <a:extLst xmlns:a="http://schemas.openxmlformats.org/drawingml/2006/main">
              <a:ext uri="{FF2B5EF4-FFF2-40B4-BE49-F238E27FC236}">
                <a16:creationId xmlns:a16="http://schemas.microsoft.com/office/drawing/2014/main" id="{3454644D-2AB2-489F-AE05-01410C20C40A}"/>
              </a:ext>
            </a:extLst>
          </p:cNvPr>
          <p:cNvSpPr>
            <a:spLocks xmlns:a="http://schemas.openxmlformats.org/drawingml/2006/main" noGrp="1"/>
          </p:cNvSpPr>
          <p:nvPr/>
        </p:nvSpPr>
        <p:spPr>
          <a:xfrm xmlns:a="http://schemas.openxmlformats.org/drawingml/2006/main">
            <a:off x="6172200" y="224790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71B24"/>
                </a:solidFill>
                <a:latin typeface="Malgun Gothic"/>
                <a:ea typeface="Malgun Gothic"/>
                <a:cs typeface="Malgun Gothic"/>
              </a:defRPr>
            </a:pPr>
            <a:r>
              <a:rPr sz="2025" b="1">
                <a:solidFill>
                  <a:srgbClr val="171B24"/>
                </a:solidFill>
                <a:latin typeface="Malgun Gothic"/>
                <a:ea typeface="Malgun Gothic"/>
                <a:cs typeface="Malgun Gothic"/>
              </a:rPr>
              <a:t>서비스 연결</a:t>
            </a:r>
          </a:p>
        </p:txBody>
      </p:sp>
      <p:sp>
        <p:nvSpPr>
          <p:cNvPr id="12" name="text-135">
            <a:extLst xmlns:a="http://schemas.openxmlformats.org/drawingml/2006/main">
              <a:ext uri="{FF2B5EF4-FFF2-40B4-BE49-F238E27FC236}">
                <a16:creationId xmlns:a16="http://schemas.microsoft.com/office/drawing/2014/main" id="{BF4A8BF8-7621-4359-8493-E103B32D27CA}"/>
              </a:ext>
            </a:extLst>
          </p:cNvPr>
          <p:cNvSpPr>
            <a:spLocks xmlns:a="http://schemas.openxmlformats.org/drawingml/2006/main" noGrp="1"/>
          </p:cNvSpPr>
          <p:nvPr/>
        </p:nvSpPr>
        <p:spPr>
          <a:xfrm xmlns:a="http://schemas.openxmlformats.org/drawingml/2006/main">
            <a:off x="6172200" y="2724150"/>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5E6674"/>
                </a:solidFill>
                <a:latin typeface="Malgun Gothic"/>
                <a:ea typeface="Malgun Gothic"/>
                <a:cs typeface="Malgun Gothic"/>
              </a:defRPr>
            </a:pPr>
            <a:r>
              <a:rPr sz="1575" b="0">
                <a:solidFill>
                  <a:srgbClr val="5E6674"/>
                </a:solidFill>
                <a:latin typeface="Malgun Gothic"/>
                <a:ea typeface="Malgun Gothic"/>
                <a:cs typeface="Malgun Gothic"/>
              </a:rPr>
              <a:t>견적 점검·주변기기 화면</a:t>
            </a:r>
          </a:p>
        </p:txBody>
      </p:sp>
      <p:sp>
        <p:nvSpPr>
          <p:cNvPr id="13" name="">
            <a:extLst xmlns:a="http://schemas.openxmlformats.org/drawingml/2006/main">
              <a:ext uri="{FF2B5EF4-FFF2-40B4-BE49-F238E27FC236}">
                <a16:creationId xmlns:a16="http://schemas.microsoft.com/office/drawing/2014/main" id="{F396C2FA-8D6C-4F8A-9733-B196E0465422}"/>
              </a:ext>
            </a:extLst>
          </p:cNvPr>
          <p:cNvSpPr>
            <a:spLocks xmlns:a="http://schemas.openxmlformats.org/drawingml/2006/main" noGrp="1"/>
          </p:cNvSpPr>
          <p:nvPr/>
        </p:nvSpPr>
        <p:spPr>
          <a:xfrm xmlns:a="http://schemas.openxmlformats.org/drawingml/2006/main">
            <a:off x="6172200" y="3105150"/>
            <a:ext cx="5238750" cy="0"/>
          </a:xfrm>
          <a:prstGeom xmlns:a="http://schemas.openxmlformats.org/drawingml/2006/main" prst="line">
            <a:avLst/>
          </a:prstGeom>
          <a:noFill xmlns:a="http://schemas.openxmlformats.org/drawingml/2006/main"/>
          <a:ln xmlns:a="http://schemas.openxmlformats.org/drawingml/2006/main" w="9525">
            <a:solidFill>
              <a:srgbClr val="DDE2EA"/>
            </a:solidFill>
          </a:ln>
        </p:spPr>
      </p:sp>
      <p:sp>
        <p:nvSpPr>
          <p:cNvPr id="14" name="text-136">
            <a:extLst xmlns:a="http://schemas.openxmlformats.org/drawingml/2006/main">
              <a:ext uri="{FF2B5EF4-FFF2-40B4-BE49-F238E27FC236}">
                <a16:creationId xmlns:a16="http://schemas.microsoft.com/office/drawing/2014/main" id="{11B325F5-3045-492A-8B9D-7D451ECB958F}"/>
              </a:ext>
            </a:extLst>
          </p:cNvPr>
          <p:cNvSpPr>
            <a:spLocks xmlns:a="http://schemas.openxmlformats.org/drawingml/2006/main" noGrp="1"/>
          </p:cNvSpPr>
          <p:nvPr/>
        </p:nvSpPr>
        <p:spPr>
          <a:xfrm xmlns:a="http://schemas.openxmlformats.org/drawingml/2006/main">
            <a:off x="6172200" y="3219450"/>
            <a:ext cx="1714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1">
                <a:solidFill>
                  <a:srgbClr val="244BC4"/>
                </a:solidFill>
                <a:latin typeface="Malgun Gothic"/>
                <a:ea typeface="Malgun Gothic"/>
                <a:cs typeface="Malgun Gothic"/>
              </a:defRPr>
            </a:pPr>
            <a:r>
              <a:rPr sz="1425" b="1">
                <a:solidFill>
                  <a:srgbClr val="244BC4"/>
                </a:solidFill>
                <a:latin typeface="Malgun Gothic"/>
                <a:ea typeface="Malgun Gothic"/>
                <a:cs typeface="Malgun Gothic"/>
              </a:rPr>
              <a:t>4–6개월</a:t>
            </a:r>
          </a:p>
        </p:txBody>
      </p:sp>
      <p:sp>
        <p:nvSpPr>
          <p:cNvPr id="15" name="text-137">
            <a:extLst xmlns:a="http://schemas.openxmlformats.org/drawingml/2006/main">
              <a:ext uri="{FF2B5EF4-FFF2-40B4-BE49-F238E27FC236}">
                <a16:creationId xmlns:a16="http://schemas.microsoft.com/office/drawing/2014/main" id="{C388E415-75AF-4026-A681-BA3D1B1E13F1}"/>
              </a:ext>
            </a:extLst>
          </p:cNvPr>
          <p:cNvSpPr>
            <a:spLocks xmlns:a="http://schemas.openxmlformats.org/drawingml/2006/main" noGrp="1"/>
          </p:cNvSpPr>
          <p:nvPr/>
        </p:nvSpPr>
        <p:spPr>
          <a:xfrm xmlns:a="http://schemas.openxmlformats.org/drawingml/2006/main">
            <a:off x="6172200" y="358140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71B24"/>
                </a:solidFill>
                <a:latin typeface="Malgun Gothic"/>
                <a:ea typeface="Malgun Gothic"/>
                <a:cs typeface="Malgun Gothic"/>
              </a:defRPr>
            </a:pPr>
            <a:r>
              <a:rPr sz="2025" b="1">
                <a:solidFill>
                  <a:srgbClr val="171B24"/>
                </a:solidFill>
                <a:latin typeface="Malgun Gothic"/>
                <a:ea typeface="Malgun Gothic"/>
                <a:cs typeface="Malgun Gothic"/>
              </a:rPr>
              <a:t>리뷰 수집</a:t>
            </a:r>
          </a:p>
        </p:txBody>
      </p:sp>
      <p:sp>
        <p:nvSpPr>
          <p:cNvPr id="16" name="text-138">
            <a:extLst xmlns:a="http://schemas.openxmlformats.org/drawingml/2006/main">
              <a:ext uri="{FF2B5EF4-FFF2-40B4-BE49-F238E27FC236}">
                <a16:creationId xmlns:a16="http://schemas.microsoft.com/office/drawing/2014/main" id="{C644B0F1-9C31-4173-A9DB-6338F2031180}"/>
              </a:ext>
            </a:extLst>
          </p:cNvPr>
          <p:cNvSpPr>
            <a:spLocks xmlns:a="http://schemas.openxmlformats.org/drawingml/2006/main" noGrp="1"/>
          </p:cNvSpPr>
          <p:nvPr/>
        </p:nvSpPr>
        <p:spPr>
          <a:xfrm xmlns:a="http://schemas.openxmlformats.org/drawingml/2006/main">
            <a:off x="6172200" y="4057650"/>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5E6674"/>
                </a:solidFill>
                <a:latin typeface="Malgun Gothic"/>
                <a:ea typeface="Malgun Gothic"/>
                <a:cs typeface="Malgun Gothic"/>
              </a:defRPr>
            </a:pPr>
            <a:r>
              <a:rPr sz="1575" b="0">
                <a:solidFill>
                  <a:srgbClr val="5E6674"/>
                </a:solidFill>
                <a:latin typeface="Malgun Gothic"/>
                <a:ea typeface="Malgun Gothic"/>
                <a:cs typeface="Malgun Gothic"/>
              </a:rPr>
              <a:t>제품 모델·사용 맥락·구매 확인</a:t>
            </a:r>
          </a:p>
        </p:txBody>
      </p:sp>
      <p:sp>
        <p:nvSpPr>
          <p:cNvPr id="17" name="">
            <a:extLst xmlns:a="http://schemas.openxmlformats.org/drawingml/2006/main">
              <a:ext uri="{FF2B5EF4-FFF2-40B4-BE49-F238E27FC236}">
                <a16:creationId xmlns:a16="http://schemas.microsoft.com/office/drawing/2014/main" id="{02F4F30A-C1EC-4E9A-93F5-4B72C49D921D}"/>
              </a:ext>
            </a:extLst>
          </p:cNvPr>
          <p:cNvSpPr>
            <a:spLocks xmlns:a="http://schemas.openxmlformats.org/drawingml/2006/main" noGrp="1"/>
          </p:cNvSpPr>
          <p:nvPr/>
        </p:nvSpPr>
        <p:spPr>
          <a:xfrm xmlns:a="http://schemas.openxmlformats.org/drawingml/2006/main">
            <a:off x="6172200" y="4438650"/>
            <a:ext cx="5238750" cy="0"/>
          </a:xfrm>
          <a:prstGeom xmlns:a="http://schemas.openxmlformats.org/drawingml/2006/main" prst="line">
            <a:avLst/>
          </a:prstGeom>
          <a:noFill xmlns:a="http://schemas.openxmlformats.org/drawingml/2006/main"/>
          <a:ln xmlns:a="http://schemas.openxmlformats.org/drawingml/2006/main" w="9525">
            <a:solidFill>
              <a:srgbClr val="DDE2EA"/>
            </a:solidFill>
          </a:ln>
        </p:spPr>
      </p:sp>
      <p:sp>
        <p:nvSpPr>
          <p:cNvPr id="18" name="text-139">
            <a:extLst xmlns:a="http://schemas.openxmlformats.org/drawingml/2006/main">
              <a:ext uri="{FF2B5EF4-FFF2-40B4-BE49-F238E27FC236}">
                <a16:creationId xmlns:a16="http://schemas.microsoft.com/office/drawing/2014/main" id="{83578199-3AB1-44B8-87BC-47911370993B}"/>
              </a:ext>
            </a:extLst>
          </p:cNvPr>
          <p:cNvSpPr>
            <a:spLocks xmlns:a="http://schemas.openxmlformats.org/drawingml/2006/main" noGrp="1"/>
          </p:cNvSpPr>
          <p:nvPr/>
        </p:nvSpPr>
        <p:spPr>
          <a:xfrm xmlns:a="http://schemas.openxmlformats.org/drawingml/2006/main">
            <a:off x="6172200" y="4552950"/>
            <a:ext cx="1714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1">
                <a:solidFill>
                  <a:srgbClr val="244BC4"/>
                </a:solidFill>
                <a:latin typeface="Malgun Gothic"/>
                <a:ea typeface="Malgun Gothic"/>
                <a:cs typeface="Malgun Gothic"/>
              </a:defRPr>
            </a:pPr>
            <a:r>
              <a:rPr sz="1425" b="1">
                <a:solidFill>
                  <a:srgbClr val="244BC4"/>
                </a:solidFill>
                <a:latin typeface="Malgun Gothic"/>
                <a:ea typeface="Malgun Gothic"/>
                <a:cs typeface="Malgun Gothic"/>
              </a:rPr>
              <a:t>7–12개월</a:t>
            </a:r>
          </a:p>
        </p:txBody>
      </p:sp>
      <p:sp>
        <p:nvSpPr>
          <p:cNvPr id="19" name="text-140">
            <a:extLst xmlns:a="http://schemas.openxmlformats.org/drawingml/2006/main">
              <a:ext uri="{FF2B5EF4-FFF2-40B4-BE49-F238E27FC236}">
                <a16:creationId xmlns:a16="http://schemas.microsoft.com/office/drawing/2014/main" id="{91BAC4EF-E1B4-48A0-9836-F6A418F3FFA7}"/>
              </a:ext>
            </a:extLst>
          </p:cNvPr>
          <p:cNvSpPr>
            <a:spLocks xmlns:a="http://schemas.openxmlformats.org/drawingml/2006/main" noGrp="1"/>
          </p:cNvSpPr>
          <p:nvPr/>
        </p:nvSpPr>
        <p:spPr>
          <a:xfrm xmlns:a="http://schemas.openxmlformats.org/drawingml/2006/main">
            <a:off x="6172200" y="491490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71B24"/>
                </a:solidFill>
                <a:latin typeface="Malgun Gothic"/>
                <a:ea typeface="Malgun Gothic"/>
                <a:cs typeface="Malgun Gothic"/>
              </a:defRPr>
            </a:pPr>
            <a:r>
              <a:rPr sz="2025" b="1">
                <a:solidFill>
                  <a:srgbClr val="171B24"/>
                </a:solidFill>
                <a:latin typeface="Malgun Gothic"/>
                <a:ea typeface="Malgun Gothic"/>
                <a:cs typeface="Malgun Gothic"/>
              </a:rPr>
              <a:t>추천 반영과 실증</a:t>
            </a:r>
          </a:p>
        </p:txBody>
      </p:sp>
      <p:sp>
        <p:nvSpPr>
          <p:cNvPr id="20" name="text-141">
            <a:extLst xmlns:a="http://schemas.openxmlformats.org/drawingml/2006/main">
              <a:ext uri="{FF2B5EF4-FFF2-40B4-BE49-F238E27FC236}">
                <a16:creationId xmlns:a16="http://schemas.microsoft.com/office/drawing/2014/main" id="{3475933C-E9D4-493D-8CA6-E18C2401A8CE}"/>
              </a:ext>
            </a:extLst>
          </p:cNvPr>
          <p:cNvSpPr>
            <a:spLocks xmlns:a="http://schemas.openxmlformats.org/drawingml/2006/main" noGrp="1"/>
          </p:cNvSpPr>
          <p:nvPr/>
        </p:nvSpPr>
        <p:spPr>
          <a:xfrm xmlns:a="http://schemas.openxmlformats.org/drawingml/2006/main">
            <a:off x="6172200" y="5391150"/>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5E6674"/>
                </a:solidFill>
                <a:latin typeface="Malgun Gothic"/>
                <a:ea typeface="Malgun Gothic"/>
                <a:cs typeface="Malgun Gothic"/>
              </a:defRPr>
            </a:pPr>
            <a:r>
              <a:rPr sz="1575" b="0">
                <a:solidFill>
                  <a:srgbClr val="5E6674"/>
                </a:solidFill>
                <a:latin typeface="Malgun Gothic"/>
                <a:ea typeface="Malgun Gothic"/>
                <a:cs typeface="Malgun Gothic"/>
              </a:rPr>
              <a:t>사용자 평가·판매점 파일럿</a:t>
            </a:r>
          </a:p>
        </p:txBody>
      </p:sp>
      <p:sp>
        <p:nvSpPr>
          <p:cNvPr id="21" name="text-142">
            <a:extLst xmlns:a="http://schemas.openxmlformats.org/drawingml/2006/main">
              <a:ext uri="{FF2B5EF4-FFF2-40B4-BE49-F238E27FC236}">
                <a16:creationId xmlns:a16="http://schemas.microsoft.com/office/drawing/2014/main" id="{006A60AD-A779-431E-B967-A3EF0FFB08A7}"/>
              </a:ext>
            </a:extLst>
          </p:cNvPr>
          <p:cNvSpPr>
            <a:spLocks xmlns:a="http://schemas.openxmlformats.org/drawingml/2006/main" noGrp="1"/>
          </p:cNvSpPr>
          <p:nvPr/>
        </p:nvSpPr>
        <p:spPr>
          <a:xfrm xmlns:a="http://schemas.openxmlformats.org/drawingml/2006/main">
            <a:off x="619125" y="6019800"/>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0">
                <a:solidFill>
                  <a:srgbClr val="5E6674"/>
                </a:solidFill>
                <a:latin typeface="Malgun Gothic"/>
                <a:ea typeface="Malgun Gothic"/>
                <a:cs typeface="Malgun Gothic"/>
              </a:defRPr>
            </a:pPr>
            <a:r>
              <a:rPr sz="975" b="0">
                <a:solidFill>
                  <a:srgbClr val="5E6674"/>
                </a:solidFill>
                <a:latin typeface="Malgun Gothic"/>
                <a:ea typeface="Malgun Gothic"/>
                <a:cs typeface="Malgun Gothic"/>
              </a:rPr>
              <a:t>일정은 제안 목표이며, 데이터 확보와 사용자 검증 결과에 따라 조정합니다.</a:t>
            </a:r>
          </a:p>
        </p:txBody>
      </p:sp>
    </p:spTree>
    <p:extLst>
      <p:ext uri="{BB962C8B-B14F-4D97-AF65-F5344CB8AC3E}">
        <p14:creationId xmlns:p14="http://schemas.microsoft.com/office/powerpoint/2010/main" val="164017859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143">
            <a:extLst xmlns:a="http://schemas.openxmlformats.org/drawingml/2006/main">
              <a:ext uri="{FF2B5EF4-FFF2-40B4-BE49-F238E27FC236}">
                <a16:creationId xmlns:a16="http://schemas.microsoft.com/office/drawing/2014/main" id="{4F79F6E9-FC2C-44ED-B1B7-3919B13EAFF7}"/>
              </a:ext>
            </a:extLst>
          </p:cNvPr>
          <p:cNvSpPr>
            <a:spLocks xmlns:a="http://schemas.openxmlformats.org/drawingml/2006/main" noGrp="1"/>
          </p:cNvSpPr>
          <p:nvPr/>
        </p:nvSpPr>
        <p:spPr>
          <a:xfrm xmlns:a="http://schemas.openxmlformats.org/drawingml/2006/main">
            <a:off x="609600" y="447675"/>
            <a:ext cx="10953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1">
                <a:solidFill>
                  <a:srgbClr val="171B24"/>
                </a:solidFill>
                <a:latin typeface="Malgun Gothic"/>
                <a:ea typeface="Malgun Gothic"/>
                <a:cs typeface="Malgun Gothic"/>
              </a:defRPr>
            </a:pPr>
            <a:r>
              <a:rPr sz="2700" b="1">
                <a:solidFill>
                  <a:srgbClr val="171B24"/>
                </a:solidFill>
                <a:latin typeface="Malgun Gothic"/>
                <a:ea typeface="Malgun Gothic"/>
                <a:cs typeface="Malgun Gothic"/>
              </a:rPr>
              <a:t>팀과 지원금 활용</a:t>
            </a:r>
          </a:p>
        </p:txBody>
      </p:sp>
      <p:sp>
        <p:nvSpPr>
          <p:cNvPr id="2" name="text-144">
            <a:extLst xmlns:a="http://schemas.openxmlformats.org/drawingml/2006/main">
              <a:ext uri="{FF2B5EF4-FFF2-40B4-BE49-F238E27FC236}">
                <a16:creationId xmlns:a16="http://schemas.microsoft.com/office/drawing/2014/main" id="{871604B6-8E26-4DC0-8342-0991030A7F99}"/>
              </a:ext>
            </a:extLst>
          </p:cNvPr>
          <p:cNvSpPr>
            <a:spLocks xmlns:a="http://schemas.openxmlformats.org/drawingml/2006/main" noGrp="1"/>
          </p:cNvSpPr>
          <p:nvPr/>
        </p:nvSpPr>
        <p:spPr>
          <a:xfrm xmlns:a="http://schemas.openxmlformats.org/drawingml/2006/main">
            <a:off x="628650" y="11049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E6674"/>
                </a:solidFill>
                <a:latin typeface="Malgun Gothic"/>
                <a:ea typeface="Malgun Gothic"/>
                <a:cs typeface="Malgun Gothic"/>
              </a:defRPr>
            </a:pPr>
            <a:r>
              <a:rPr sz="1500" b="0">
                <a:solidFill>
                  <a:srgbClr val="5E6674"/>
                </a:solidFill>
                <a:latin typeface="Malgun Gothic"/>
                <a:ea typeface="Malgun Gothic"/>
                <a:cs typeface="Malgun Gothic"/>
              </a:rPr>
              <a:t>구현한 제품을 실제 구매 경험과 데이터로 검증하겠습니다</a:t>
            </a:r>
          </a:p>
        </p:txBody>
      </p:sp>
      <p:sp>
        <p:nvSpPr>
          <p:cNvPr id="3" name="">
            <a:extLst xmlns:a="http://schemas.openxmlformats.org/drawingml/2006/main">
              <a:ext uri="{FF2B5EF4-FFF2-40B4-BE49-F238E27FC236}">
                <a16:creationId xmlns:a16="http://schemas.microsoft.com/office/drawing/2014/main" id="{5E5FA76B-924B-42DF-A47D-6A9C0698B548}"/>
              </a:ext>
            </a:extLst>
          </p:cNvPr>
          <p:cNvSpPr>
            <a:spLocks xmlns:a="http://schemas.openxmlformats.org/drawingml/2006/main" noGrp="1"/>
          </p:cNvSpPr>
          <p:nvPr/>
        </p:nvSpPr>
        <p:spPr>
          <a:xfrm xmlns:a="http://schemas.openxmlformats.org/drawingml/2006/main">
            <a:off x="609600" y="6362700"/>
            <a:ext cx="10972800" cy="0"/>
          </a:xfrm>
          <a:prstGeom xmlns:a="http://schemas.openxmlformats.org/drawingml/2006/main" prst="line">
            <a:avLst/>
          </a:prstGeom>
          <a:noFill xmlns:a="http://schemas.openxmlformats.org/drawingml/2006/main"/>
          <a:ln xmlns:a="http://schemas.openxmlformats.org/drawingml/2006/main" w="9525">
            <a:solidFill>
              <a:srgbClr val="DDE2EA"/>
            </a:solidFill>
          </a:ln>
        </p:spPr>
      </p:sp>
      <p:sp>
        <p:nvSpPr>
          <p:cNvPr id="4" name="text-145">
            <a:extLst xmlns:a="http://schemas.openxmlformats.org/drawingml/2006/main">
              <a:ext uri="{FF2B5EF4-FFF2-40B4-BE49-F238E27FC236}">
                <a16:creationId xmlns:a16="http://schemas.microsoft.com/office/drawing/2014/main" id="{D39989A4-32DA-48B2-AD1F-01100F43E4B7}"/>
              </a:ext>
            </a:extLst>
          </p:cNvPr>
          <p:cNvSpPr>
            <a:spLocks xmlns:a="http://schemas.openxmlformats.org/drawingml/2006/main" noGrp="1"/>
          </p:cNvSpPr>
          <p:nvPr/>
        </p:nvSpPr>
        <p:spPr>
          <a:xfrm xmlns:a="http://schemas.openxmlformats.org/drawingml/2006/main">
            <a:off x="609600" y="6505575"/>
            <a:ext cx="1333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5E6674"/>
                </a:solidFill>
                <a:latin typeface="Malgun Gothic"/>
                <a:ea typeface="Malgun Gothic"/>
                <a:cs typeface="Malgun Gothic"/>
              </a:defRPr>
            </a:pPr>
            <a:r>
              <a:rPr sz="975" b="1">
                <a:solidFill>
                  <a:srgbClr val="5E6674"/>
                </a:solidFill>
                <a:latin typeface="Malgun Gothic"/>
                <a:ea typeface="Malgun Gothic"/>
                <a:cs typeface="Malgun Gothic"/>
              </a:rPr>
              <a:t>TrueFit</a:t>
            </a:r>
          </a:p>
        </p:txBody>
      </p:sp>
      <p:sp>
        <p:nvSpPr>
          <p:cNvPr id="5" name="text-146">
            <a:extLst xmlns:a="http://schemas.openxmlformats.org/drawingml/2006/main">
              <a:ext uri="{FF2B5EF4-FFF2-40B4-BE49-F238E27FC236}">
                <a16:creationId xmlns:a16="http://schemas.microsoft.com/office/drawing/2014/main" id="{7488786F-008D-48C2-96AF-E8E7BE1CCA0C}"/>
              </a:ext>
            </a:extLst>
          </p:cNvPr>
          <p:cNvSpPr>
            <a:spLocks xmlns:a="http://schemas.openxmlformats.org/drawingml/2006/main" noGrp="1"/>
          </p:cNvSpPr>
          <p:nvPr/>
        </p:nvSpPr>
        <p:spPr>
          <a:xfrm xmlns:a="http://schemas.openxmlformats.org/drawingml/2006/main">
            <a:off x="11144250" y="6486525"/>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E6674"/>
                </a:solidFill>
                <a:latin typeface="Malgun Gothic"/>
                <a:ea typeface="Malgun Gothic"/>
                <a:cs typeface="Malgun Gothic"/>
              </a:defRPr>
            </a:pPr>
            <a:r>
              <a:rPr sz="1125" b="0">
                <a:solidFill>
                  <a:srgbClr val="5E6674"/>
                </a:solidFill>
                <a:latin typeface="Malgun Gothic"/>
                <a:ea typeface="Malgun Gothic"/>
                <a:cs typeface="Malgun Gothic"/>
              </a:rPr>
              <a:t>12</a:t>
            </a:r>
          </a:p>
        </p:txBody>
      </p:sp>
      <p:sp>
        <p:nvSpPr>
          <p:cNvPr id="6" name="text-147">
            <a:extLst xmlns:a="http://schemas.openxmlformats.org/drawingml/2006/main">
              <a:ext uri="{FF2B5EF4-FFF2-40B4-BE49-F238E27FC236}">
                <a16:creationId xmlns:a16="http://schemas.microsoft.com/office/drawing/2014/main" id="{456C841F-F22C-48CC-9C4B-2DB8BD00EBDF}"/>
              </a:ext>
            </a:extLst>
          </p:cNvPr>
          <p:cNvSpPr>
            <a:spLocks xmlns:a="http://schemas.openxmlformats.org/drawingml/2006/main" noGrp="1"/>
          </p:cNvSpPr>
          <p:nvPr/>
        </p:nvSpPr>
        <p:spPr>
          <a:xfrm xmlns:a="http://schemas.openxmlformats.org/drawingml/2006/main">
            <a:off x="609600" y="1905000"/>
            <a:ext cx="50196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71B24"/>
                </a:solidFill>
                <a:latin typeface="Malgun Gothic"/>
                <a:ea typeface="Malgun Gothic"/>
                <a:cs typeface="Malgun Gothic"/>
              </a:defRPr>
            </a:pPr>
            <a:r>
              <a:rPr sz="2175" b="1">
                <a:solidFill>
                  <a:srgbClr val="171B24"/>
                </a:solidFill>
                <a:latin typeface="Malgun Gothic"/>
                <a:ea typeface="Malgun Gothic"/>
                <a:cs typeface="Malgun Gothic"/>
              </a:rPr>
              <a:t>확인된 실행 기반</a:t>
            </a:r>
          </a:p>
        </p:txBody>
      </p:sp>
      <p:sp>
        <p:nvSpPr>
          <p:cNvPr id="7" name="text-148">
            <a:extLst xmlns:a="http://schemas.openxmlformats.org/drawingml/2006/main">
              <a:ext uri="{FF2B5EF4-FFF2-40B4-BE49-F238E27FC236}">
                <a16:creationId xmlns:a16="http://schemas.microsoft.com/office/drawing/2014/main" id="{F32A5515-AF77-4B5A-98DB-DF0490B2E024}"/>
              </a:ext>
            </a:extLst>
          </p:cNvPr>
          <p:cNvSpPr>
            <a:spLocks xmlns:a="http://schemas.openxmlformats.org/drawingml/2006/main" noGrp="1"/>
          </p:cNvSpPr>
          <p:nvPr/>
        </p:nvSpPr>
        <p:spPr>
          <a:xfrm xmlns:a="http://schemas.openxmlformats.org/drawingml/2006/main">
            <a:off x="609600" y="2676525"/>
            <a:ext cx="51054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171B24"/>
                </a:solidFill>
                <a:latin typeface="Malgun Gothic"/>
                <a:ea typeface="Malgun Gothic"/>
                <a:cs typeface="Malgun Gothic"/>
              </a:defRPr>
            </a:pPr>
            <a:r>
              <a:rPr sz="1800" b="0">
                <a:solidFill>
                  <a:srgbClr val="171B24"/>
                </a:solidFill>
                <a:latin typeface="Malgun Gothic"/>
                <a:ea typeface="Malgun Gothic"/>
                <a:cs typeface="Malgun Gothic"/>
              </a:rPr>
              <a:t>추천 엔진과 호환 규칙</a:t>
            </a:r>
          </a:p>
          <a:p xmlns:a="http://schemas.openxmlformats.org/drawingml/2006/main">
            <a:pPr>
              <a:defRPr sz="1800" b="0">
                <a:solidFill>
                  <a:srgbClr val="171B24"/>
                </a:solidFill>
                <a:latin typeface="Malgun Gothic"/>
                <a:ea typeface="Malgun Gothic"/>
                <a:cs typeface="Malgun Gothic"/>
              </a:defRPr>
            </a:pPr>
            <a:r>
              <a:rPr sz="1800" b="0">
                <a:solidFill>
                  <a:srgbClr val="171B24"/>
                </a:solidFill>
                <a:latin typeface="Malgun Gothic"/>
                <a:ea typeface="Malgun Gothic"/>
                <a:cs typeface="Malgun Gothic"/>
              </a:rPr>
              <a:t>상품·리뷰 데이터 처리 구조</a:t>
            </a:r>
          </a:p>
          <a:p xmlns:a="http://schemas.openxmlformats.org/drawingml/2006/main">
            <a:pPr>
              <a:defRPr sz="1800" b="0">
                <a:solidFill>
                  <a:srgbClr val="171B24"/>
                </a:solidFill>
                <a:latin typeface="Malgun Gothic"/>
                <a:ea typeface="Malgun Gothic"/>
                <a:cs typeface="Malgun Gothic"/>
              </a:defRPr>
            </a:pPr>
            <a:r>
              <a:rPr sz="1800" b="0">
                <a:solidFill>
                  <a:srgbClr val="171B24"/>
                </a:solidFill>
                <a:latin typeface="Malgun Gothic"/>
                <a:ea typeface="Malgun Gothic"/>
                <a:cs typeface="Malgun Gothic"/>
              </a:rPr>
              <a:t>대화형 화면과 저장 리포트</a:t>
            </a:r>
          </a:p>
        </p:txBody>
      </p:sp>
      <p:sp>
        <p:nvSpPr>
          <p:cNvPr id="8" name="text-149">
            <a:extLst xmlns:a="http://schemas.openxmlformats.org/drawingml/2006/main">
              <a:ext uri="{FF2B5EF4-FFF2-40B4-BE49-F238E27FC236}">
                <a16:creationId xmlns:a16="http://schemas.microsoft.com/office/drawing/2014/main" id="{E215EB45-7C18-4AF2-8B0C-FDC55587DDC8}"/>
              </a:ext>
            </a:extLst>
          </p:cNvPr>
          <p:cNvSpPr>
            <a:spLocks xmlns:a="http://schemas.openxmlformats.org/drawingml/2006/main" noGrp="1"/>
          </p:cNvSpPr>
          <p:nvPr/>
        </p:nvSpPr>
        <p:spPr>
          <a:xfrm xmlns:a="http://schemas.openxmlformats.org/drawingml/2006/main">
            <a:off x="609600" y="4600575"/>
            <a:ext cx="50387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E6674"/>
                </a:solidFill>
                <a:latin typeface="Malgun Gothic"/>
                <a:ea typeface="Malgun Gothic"/>
                <a:cs typeface="Malgun Gothic"/>
              </a:defRPr>
            </a:pPr>
            <a:r>
              <a:rPr sz="1650" b="0">
                <a:solidFill>
                  <a:srgbClr val="5E6674"/>
                </a:solidFill>
                <a:latin typeface="Malgun Gothic"/>
                <a:ea typeface="Malgun Gothic"/>
                <a:cs typeface="Malgun Gothic"/>
              </a:rPr>
              <a:t>프로젝트 코드와 서비스 목업을</a:t>
            </a:r>
          </a:p>
          <a:p xmlns:a="http://schemas.openxmlformats.org/drawingml/2006/main">
            <a:pPr>
              <a:defRPr sz="1650" b="0">
                <a:solidFill>
                  <a:srgbClr val="5E6674"/>
                </a:solidFill>
                <a:latin typeface="Malgun Gothic"/>
                <a:ea typeface="Malgun Gothic"/>
                <a:cs typeface="Malgun Gothic"/>
              </a:defRPr>
            </a:pPr>
            <a:r>
              <a:rPr sz="1650" b="0">
                <a:solidFill>
                  <a:srgbClr val="5E6674"/>
                </a:solidFill>
                <a:latin typeface="Malgun Gothic"/>
                <a:ea typeface="Malgun Gothic"/>
                <a:cs typeface="Malgun Gothic"/>
              </a:rPr>
              <a:t>기반으로 검증 단계에 진입</a:t>
            </a:r>
          </a:p>
        </p:txBody>
      </p:sp>
      <p:sp>
        <p:nvSpPr>
          <p:cNvPr id="9" name="text-150">
            <a:extLst xmlns:a="http://schemas.openxmlformats.org/drawingml/2006/main">
              <a:ext uri="{FF2B5EF4-FFF2-40B4-BE49-F238E27FC236}">
                <a16:creationId xmlns:a16="http://schemas.microsoft.com/office/drawing/2014/main" id="{B19D48AA-CB32-4FD2-822B-E6FD38804B31}"/>
              </a:ext>
            </a:extLst>
          </p:cNvPr>
          <p:cNvSpPr>
            <a:spLocks xmlns:a="http://schemas.openxmlformats.org/drawingml/2006/main" noGrp="1"/>
          </p:cNvSpPr>
          <p:nvPr/>
        </p:nvSpPr>
        <p:spPr>
          <a:xfrm xmlns:a="http://schemas.openxmlformats.org/drawingml/2006/main">
            <a:off x="6553200" y="1905000"/>
            <a:ext cx="49625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71B24"/>
                </a:solidFill>
                <a:latin typeface="Malgun Gothic"/>
                <a:ea typeface="Malgun Gothic"/>
                <a:cs typeface="Malgun Gothic"/>
              </a:defRPr>
            </a:pPr>
            <a:r>
              <a:rPr sz="2175" b="1">
                <a:solidFill>
                  <a:srgbClr val="171B24"/>
                </a:solidFill>
                <a:latin typeface="Malgun Gothic"/>
                <a:ea typeface="Malgun Gothic"/>
                <a:cs typeface="Malgun Gothic"/>
              </a:rPr>
              <a:t>지원금 활용 우선순위</a:t>
            </a:r>
          </a:p>
        </p:txBody>
      </p:sp>
      <p:sp>
        <p:nvSpPr>
          <p:cNvPr id="10" name="text-151">
            <a:extLst xmlns:a="http://schemas.openxmlformats.org/drawingml/2006/main">
              <a:ext uri="{FF2B5EF4-FFF2-40B4-BE49-F238E27FC236}">
                <a16:creationId xmlns:a16="http://schemas.microsoft.com/office/drawing/2014/main" id="{2A6F30A8-C477-46E0-9A86-09A67FAB28A4}"/>
              </a:ext>
            </a:extLst>
          </p:cNvPr>
          <p:cNvSpPr>
            <a:spLocks xmlns:a="http://schemas.openxmlformats.org/drawingml/2006/main" noGrp="1"/>
          </p:cNvSpPr>
          <p:nvPr/>
        </p:nvSpPr>
        <p:spPr>
          <a:xfrm xmlns:a="http://schemas.openxmlformats.org/drawingml/2006/main">
            <a:off x="6553200" y="2647950"/>
            <a:ext cx="38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44BC4"/>
                </a:solidFill>
                <a:latin typeface="Malgun Gothic"/>
                <a:ea typeface="Malgun Gothic"/>
                <a:cs typeface="Malgun Gothic"/>
              </a:defRPr>
            </a:pPr>
            <a:r>
              <a:rPr sz="1575" b="1">
                <a:solidFill>
                  <a:srgbClr val="244BC4"/>
                </a:solidFill>
                <a:latin typeface="Malgun Gothic"/>
                <a:ea typeface="Malgun Gothic"/>
                <a:cs typeface="Malgun Gothic"/>
              </a:rPr>
              <a:t>01</a:t>
            </a:r>
          </a:p>
        </p:txBody>
      </p:sp>
      <p:sp>
        <p:nvSpPr>
          <p:cNvPr id="11" name="text-152">
            <a:extLst xmlns:a="http://schemas.openxmlformats.org/drawingml/2006/main">
              <a:ext uri="{FF2B5EF4-FFF2-40B4-BE49-F238E27FC236}">
                <a16:creationId xmlns:a16="http://schemas.microsoft.com/office/drawing/2014/main" id="{E87CA503-807B-42DB-B74C-60E4446E42B6}"/>
              </a:ext>
            </a:extLst>
          </p:cNvPr>
          <p:cNvSpPr>
            <a:spLocks xmlns:a="http://schemas.openxmlformats.org/drawingml/2006/main" noGrp="1"/>
          </p:cNvSpPr>
          <p:nvPr/>
        </p:nvSpPr>
        <p:spPr>
          <a:xfrm xmlns:a="http://schemas.openxmlformats.org/drawingml/2006/main">
            <a:off x="7048500" y="2647950"/>
            <a:ext cx="4514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171B24"/>
                </a:solidFill>
                <a:latin typeface="Malgun Gothic"/>
                <a:ea typeface="Malgun Gothic"/>
                <a:cs typeface="Malgun Gothic"/>
              </a:defRPr>
            </a:pPr>
            <a:r>
              <a:rPr sz="1800" b="1">
                <a:solidFill>
                  <a:srgbClr val="171B24"/>
                </a:solidFill>
                <a:latin typeface="Malgun Gothic"/>
                <a:ea typeface="Malgun Gothic"/>
                <a:cs typeface="Malgun Gothic"/>
              </a:rPr>
              <a:t>데이터 기반 확보</a:t>
            </a:r>
          </a:p>
        </p:txBody>
      </p:sp>
      <p:sp>
        <p:nvSpPr>
          <p:cNvPr id="12" name="text-153">
            <a:extLst xmlns:a="http://schemas.openxmlformats.org/drawingml/2006/main">
              <a:ext uri="{FF2B5EF4-FFF2-40B4-BE49-F238E27FC236}">
                <a16:creationId xmlns:a16="http://schemas.microsoft.com/office/drawing/2014/main" id="{5B444876-C629-421B-ACA1-E659F17C1344}"/>
              </a:ext>
            </a:extLst>
          </p:cNvPr>
          <p:cNvSpPr>
            <a:spLocks xmlns:a="http://schemas.openxmlformats.org/drawingml/2006/main" noGrp="1"/>
          </p:cNvSpPr>
          <p:nvPr/>
        </p:nvSpPr>
        <p:spPr>
          <a:xfrm xmlns:a="http://schemas.openxmlformats.org/drawingml/2006/main">
            <a:off x="7048500" y="3076575"/>
            <a:ext cx="45148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5E6674"/>
                </a:solidFill>
                <a:latin typeface="Malgun Gothic"/>
                <a:ea typeface="Malgun Gothic"/>
                <a:cs typeface="Malgun Gothic"/>
              </a:defRPr>
            </a:pPr>
            <a:r>
              <a:rPr sz="1575" b="0">
                <a:solidFill>
                  <a:srgbClr val="5E6674"/>
                </a:solidFill>
                <a:latin typeface="Malgun Gothic"/>
                <a:ea typeface="Malgun Gothic"/>
                <a:cs typeface="Malgun Gothic"/>
              </a:rPr>
              <a:t>상품·가격 갱신과 제품 식별 정비</a:t>
            </a:r>
          </a:p>
        </p:txBody>
      </p:sp>
      <p:sp>
        <p:nvSpPr>
          <p:cNvPr id="13" name="text-154">
            <a:extLst xmlns:a="http://schemas.openxmlformats.org/drawingml/2006/main">
              <a:ext uri="{FF2B5EF4-FFF2-40B4-BE49-F238E27FC236}">
                <a16:creationId xmlns:a16="http://schemas.microsoft.com/office/drawing/2014/main" id="{2C336AEE-F374-43D0-9775-B07C5BDA1FE8}"/>
              </a:ext>
            </a:extLst>
          </p:cNvPr>
          <p:cNvSpPr>
            <a:spLocks xmlns:a="http://schemas.openxmlformats.org/drawingml/2006/main" noGrp="1"/>
          </p:cNvSpPr>
          <p:nvPr/>
        </p:nvSpPr>
        <p:spPr>
          <a:xfrm xmlns:a="http://schemas.openxmlformats.org/drawingml/2006/main">
            <a:off x="6553200" y="3790950"/>
            <a:ext cx="38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44BC4"/>
                </a:solidFill>
                <a:latin typeface="Malgun Gothic"/>
                <a:ea typeface="Malgun Gothic"/>
                <a:cs typeface="Malgun Gothic"/>
              </a:defRPr>
            </a:pPr>
            <a:r>
              <a:rPr sz="1575" b="1">
                <a:solidFill>
                  <a:srgbClr val="244BC4"/>
                </a:solidFill>
                <a:latin typeface="Malgun Gothic"/>
                <a:ea typeface="Malgun Gothic"/>
                <a:cs typeface="Malgun Gothic"/>
              </a:rPr>
              <a:t>02</a:t>
            </a:r>
          </a:p>
        </p:txBody>
      </p:sp>
      <p:sp>
        <p:nvSpPr>
          <p:cNvPr id="14" name="text-155">
            <a:extLst xmlns:a="http://schemas.openxmlformats.org/drawingml/2006/main">
              <a:ext uri="{FF2B5EF4-FFF2-40B4-BE49-F238E27FC236}">
                <a16:creationId xmlns:a16="http://schemas.microsoft.com/office/drawing/2014/main" id="{04AB9C8D-103C-4254-91D9-7B5DB06DA538}"/>
              </a:ext>
            </a:extLst>
          </p:cNvPr>
          <p:cNvSpPr>
            <a:spLocks xmlns:a="http://schemas.openxmlformats.org/drawingml/2006/main" noGrp="1"/>
          </p:cNvSpPr>
          <p:nvPr/>
        </p:nvSpPr>
        <p:spPr>
          <a:xfrm xmlns:a="http://schemas.openxmlformats.org/drawingml/2006/main">
            <a:off x="7048500" y="3790950"/>
            <a:ext cx="4514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171B24"/>
                </a:solidFill>
                <a:latin typeface="Malgun Gothic"/>
                <a:ea typeface="Malgun Gothic"/>
                <a:cs typeface="Malgun Gothic"/>
              </a:defRPr>
            </a:pPr>
            <a:r>
              <a:rPr sz="1800" b="1">
                <a:solidFill>
                  <a:srgbClr val="171B24"/>
                </a:solidFill>
                <a:latin typeface="Malgun Gothic"/>
                <a:ea typeface="Malgun Gothic"/>
                <a:cs typeface="Malgun Gothic"/>
              </a:rPr>
              <a:t>자체 리뷰 시스템</a:t>
            </a:r>
          </a:p>
        </p:txBody>
      </p:sp>
      <p:sp>
        <p:nvSpPr>
          <p:cNvPr id="15" name="text-156">
            <a:extLst xmlns:a="http://schemas.openxmlformats.org/drawingml/2006/main">
              <a:ext uri="{FF2B5EF4-FFF2-40B4-BE49-F238E27FC236}">
                <a16:creationId xmlns:a16="http://schemas.microsoft.com/office/drawing/2014/main" id="{A67817C1-2949-4B13-A021-FF30BF9089BF}"/>
              </a:ext>
            </a:extLst>
          </p:cNvPr>
          <p:cNvSpPr>
            <a:spLocks xmlns:a="http://schemas.openxmlformats.org/drawingml/2006/main" noGrp="1"/>
          </p:cNvSpPr>
          <p:nvPr/>
        </p:nvSpPr>
        <p:spPr>
          <a:xfrm xmlns:a="http://schemas.openxmlformats.org/drawingml/2006/main">
            <a:off x="7048500" y="4219575"/>
            <a:ext cx="45148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5E6674"/>
                </a:solidFill>
                <a:latin typeface="Malgun Gothic"/>
                <a:ea typeface="Malgun Gothic"/>
                <a:cs typeface="Malgun Gothic"/>
              </a:defRPr>
            </a:pPr>
            <a:r>
              <a:rPr sz="1575" b="0">
                <a:solidFill>
                  <a:srgbClr val="5E6674"/>
                </a:solidFill>
                <a:latin typeface="Malgun Gothic"/>
                <a:ea typeface="Malgun Gothic"/>
                <a:cs typeface="Malgun Gothic"/>
              </a:rPr>
              <a:t>사용 맥락 수집과 근거 품질 관리</a:t>
            </a:r>
          </a:p>
        </p:txBody>
      </p:sp>
      <p:sp>
        <p:nvSpPr>
          <p:cNvPr id="16" name="text-157">
            <a:extLst xmlns:a="http://schemas.openxmlformats.org/drawingml/2006/main">
              <a:ext uri="{FF2B5EF4-FFF2-40B4-BE49-F238E27FC236}">
                <a16:creationId xmlns:a16="http://schemas.microsoft.com/office/drawing/2014/main" id="{CF46B642-AD18-4444-AB8B-BFA573ED4903}"/>
              </a:ext>
            </a:extLst>
          </p:cNvPr>
          <p:cNvSpPr>
            <a:spLocks xmlns:a="http://schemas.openxmlformats.org/drawingml/2006/main" noGrp="1"/>
          </p:cNvSpPr>
          <p:nvPr/>
        </p:nvSpPr>
        <p:spPr>
          <a:xfrm xmlns:a="http://schemas.openxmlformats.org/drawingml/2006/main">
            <a:off x="6553200" y="4933950"/>
            <a:ext cx="38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44BC4"/>
                </a:solidFill>
                <a:latin typeface="Malgun Gothic"/>
                <a:ea typeface="Malgun Gothic"/>
                <a:cs typeface="Malgun Gothic"/>
              </a:defRPr>
            </a:pPr>
            <a:r>
              <a:rPr sz="1575" b="1">
                <a:solidFill>
                  <a:srgbClr val="244BC4"/>
                </a:solidFill>
                <a:latin typeface="Malgun Gothic"/>
                <a:ea typeface="Malgun Gothic"/>
                <a:cs typeface="Malgun Gothic"/>
              </a:rPr>
              <a:t>03</a:t>
            </a:r>
          </a:p>
        </p:txBody>
      </p:sp>
      <p:sp>
        <p:nvSpPr>
          <p:cNvPr id="17" name="text-158">
            <a:extLst xmlns:a="http://schemas.openxmlformats.org/drawingml/2006/main">
              <a:ext uri="{FF2B5EF4-FFF2-40B4-BE49-F238E27FC236}">
                <a16:creationId xmlns:a16="http://schemas.microsoft.com/office/drawing/2014/main" id="{45D74A0E-8EAD-4C78-BF97-1F437703CAD7}"/>
              </a:ext>
            </a:extLst>
          </p:cNvPr>
          <p:cNvSpPr>
            <a:spLocks xmlns:a="http://schemas.openxmlformats.org/drawingml/2006/main" noGrp="1"/>
          </p:cNvSpPr>
          <p:nvPr/>
        </p:nvSpPr>
        <p:spPr>
          <a:xfrm xmlns:a="http://schemas.openxmlformats.org/drawingml/2006/main">
            <a:off x="7048500" y="4933950"/>
            <a:ext cx="4514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171B24"/>
                </a:solidFill>
                <a:latin typeface="Malgun Gothic"/>
                <a:ea typeface="Malgun Gothic"/>
                <a:cs typeface="Malgun Gothic"/>
              </a:defRPr>
            </a:pPr>
            <a:r>
              <a:rPr sz="1800" b="1">
                <a:solidFill>
                  <a:srgbClr val="171B24"/>
                </a:solidFill>
                <a:latin typeface="Malgun Gothic"/>
                <a:ea typeface="Malgun Gothic"/>
                <a:cs typeface="Malgun Gothic"/>
              </a:rPr>
              <a:t>실제 사용자·판매점 검증</a:t>
            </a:r>
          </a:p>
        </p:txBody>
      </p:sp>
      <p:sp>
        <p:nvSpPr>
          <p:cNvPr id="18" name="text-159">
            <a:extLst xmlns:a="http://schemas.openxmlformats.org/drawingml/2006/main">
              <a:ext uri="{FF2B5EF4-FFF2-40B4-BE49-F238E27FC236}">
                <a16:creationId xmlns:a16="http://schemas.microsoft.com/office/drawing/2014/main" id="{0A7472FB-6720-46FF-872E-B97D1CF35E42}"/>
              </a:ext>
            </a:extLst>
          </p:cNvPr>
          <p:cNvSpPr>
            <a:spLocks xmlns:a="http://schemas.openxmlformats.org/drawingml/2006/main" noGrp="1"/>
          </p:cNvSpPr>
          <p:nvPr/>
        </p:nvSpPr>
        <p:spPr>
          <a:xfrm xmlns:a="http://schemas.openxmlformats.org/drawingml/2006/main">
            <a:off x="7048500" y="5362575"/>
            <a:ext cx="45148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5E6674"/>
                </a:solidFill>
                <a:latin typeface="Malgun Gothic"/>
                <a:ea typeface="Malgun Gothic"/>
                <a:cs typeface="Malgun Gothic"/>
              </a:defRPr>
            </a:pPr>
            <a:r>
              <a:rPr sz="1575" b="0">
                <a:solidFill>
                  <a:srgbClr val="5E6674"/>
                </a:solidFill>
                <a:latin typeface="Malgun Gothic"/>
                <a:ea typeface="Malgun Gothic"/>
                <a:cs typeface="Malgun Gothic"/>
              </a:rPr>
              <a:t>구매 전환과 추천 적합성 측정</a:t>
            </a:r>
          </a:p>
        </p:txBody>
      </p:sp>
    </p:spTree>
    <p:extLst>
      <p:ext uri="{BB962C8B-B14F-4D97-AF65-F5344CB8AC3E}">
        <p14:creationId xmlns:p14="http://schemas.microsoft.com/office/powerpoint/2010/main" val="6721424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2026-09-30T01:37:19.2130000Z</dcterms:created>
  <dcterms:modified xsi:type="dcterms:W3CDTF">2026-09-30T01:37:19.2130000Z</dcterms:modified>
</coreProperties>
</file>